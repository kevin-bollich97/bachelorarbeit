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2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23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31"/>
  </p:notesMasterIdLst>
  <p:sldIdLst>
    <p:sldId id="258" r:id="rId5"/>
    <p:sldId id="260" r:id="rId6"/>
    <p:sldId id="292" r:id="rId7"/>
    <p:sldId id="319" r:id="rId8"/>
    <p:sldId id="320" r:id="rId9"/>
    <p:sldId id="321" r:id="rId10"/>
    <p:sldId id="346" r:id="rId11"/>
    <p:sldId id="326" r:id="rId12"/>
    <p:sldId id="327" r:id="rId13"/>
    <p:sldId id="347" r:id="rId14"/>
    <p:sldId id="332" r:id="rId15"/>
    <p:sldId id="333" r:id="rId16"/>
    <p:sldId id="334" r:id="rId17"/>
    <p:sldId id="335" r:id="rId18"/>
    <p:sldId id="336" r:id="rId19"/>
    <p:sldId id="338" r:id="rId20"/>
    <p:sldId id="339" r:id="rId21"/>
    <p:sldId id="340" r:id="rId22"/>
    <p:sldId id="341" r:id="rId23"/>
    <p:sldId id="342" r:id="rId24"/>
    <p:sldId id="343" r:id="rId25"/>
    <p:sldId id="344" r:id="rId26"/>
    <p:sldId id="345" r:id="rId27"/>
    <p:sldId id="310" r:id="rId28"/>
    <p:sldId id="316" r:id="rId29"/>
    <p:sldId id="259" r:id="rId30"/>
  </p:sldIdLst>
  <p:sldSz cx="9144000" cy="5143500" type="screen16x9"/>
  <p:notesSz cx="6858000" cy="9144000"/>
  <p:defaultTextStyle>
    <a:defPPr>
      <a:defRPr lang="de-D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A51C"/>
    <a:srgbClr val="8E969D"/>
    <a:srgbClr val="E8EA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47" autoAdjust="0"/>
    <p:restoredTop sz="96224" autoAdjust="0"/>
  </p:normalViewPr>
  <p:slideViewPr>
    <p:cSldViewPr>
      <p:cViewPr varScale="1">
        <p:scale>
          <a:sx n="101" d="100"/>
          <a:sy n="101" d="100"/>
        </p:scale>
        <p:origin x="114" y="4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64" d="100"/>
        <a:sy n="16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>
            <a:lumMod val="75000"/>
          </a:schemeClr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/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/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>
            <a:lumMod val="75000"/>
          </a:schemeClr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/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C6B3BC9-24B0-485F-ACE6-2A8299613CE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1C7DCE9-9D79-4248-8766-E5C5676FA2D9}">
      <dgm:prSet phldrT="[Text]"/>
      <dgm:spPr/>
      <dgm:t>
        <a:bodyPr/>
        <a:lstStyle/>
        <a:p>
          <a:r>
            <a:rPr lang="de-DE" dirty="0" err="1"/>
            <a:t>Elastic</a:t>
          </a:r>
          <a:r>
            <a:rPr lang="de-DE" dirty="0"/>
            <a:t> Stack</a:t>
          </a:r>
        </a:p>
      </dgm:t>
    </dgm:pt>
    <dgm:pt modelId="{AB35C714-9A73-4C9C-BF35-4F5B541EF95C}" type="parTrans" cxnId="{C547BF13-A2E7-4BE6-8A90-70CA35DABC7F}">
      <dgm:prSet/>
      <dgm:spPr/>
      <dgm:t>
        <a:bodyPr/>
        <a:lstStyle/>
        <a:p>
          <a:endParaRPr lang="de-DE"/>
        </a:p>
      </dgm:t>
    </dgm:pt>
    <dgm:pt modelId="{AD84867A-EB7D-4F04-BCB8-92E1D7C370D8}" type="sibTrans" cxnId="{C547BF13-A2E7-4BE6-8A90-70CA35DABC7F}">
      <dgm:prSet/>
      <dgm:spPr/>
      <dgm:t>
        <a:bodyPr/>
        <a:lstStyle/>
        <a:p>
          <a:endParaRPr lang="de-DE"/>
        </a:p>
      </dgm:t>
    </dgm:pt>
    <dgm:pt modelId="{93AC3412-2CA9-48A1-80B1-8E9EB85BA639}">
      <dgm:prSet phldrT="[Text]"/>
      <dgm:spPr/>
      <dgm:t>
        <a:bodyPr/>
        <a:lstStyle/>
        <a:p>
          <a:r>
            <a:rPr lang="de-DE" dirty="0"/>
            <a:t>Nutzung kostenlos</a:t>
          </a:r>
        </a:p>
      </dgm:t>
    </dgm:pt>
    <dgm:pt modelId="{6438D8C2-C86A-4343-B4CD-03D81E954F44}" type="parTrans" cxnId="{E970BF8C-EC85-4078-AF7B-1EAEFCEF253A}">
      <dgm:prSet/>
      <dgm:spPr/>
      <dgm:t>
        <a:bodyPr/>
        <a:lstStyle/>
        <a:p>
          <a:endParaRPr lang="de-DE"/>
        </a:p>
      </dgm:t>
    </dgm:pt>
    <dgm:pt modelId="{1CC1EF0B-5F7C-4CA8-8258-72F04EBFC81A}" type="sibTrans" cxnId="{E970BF8C-EC85-4078-AF7B-1EAEFCEF253A}">
      <dgm:prSet/>
      <dgm:spPr/>
      <dgm:t>
        <a:bodyPr/>
        <a:lstStyle/>
        <a:p>
          <a:endParaRPr lang="de-DE"/>
        </a:p>
      </dgm:t>
    </dgm:pt>
    <dgm:pt modelId="{510F9002-3D91-4AAC-B4A1-42000BFB17AC}">
      <dgm:prSet phldrT="[Text]"/>
      <dgm:spPr/>
      <dgm:t>
        <a:bodyPr/>
        <a:lstStyle/>
        <a:p>
          <a:r>
            <a:rPr lang="de-DE" dirty="0"/>
            <a:t>Selbstverwaltet- oder Cloud-Lösung</a:t>
          </a:r>
        </a:p>
      </dgm:t>
    </dgm:pt>
    <dgm:pt modelId="{861D2CE7-760F-4685-B959-59E9E8045873}" type="parTrans" cxnId="{7A09A5C5-0BC1-41B8-A9E4-4E0012E0777B}">
      <dgm:prSet/>
      <dgm:spPr/>
      <dgm:t>
        <a:bodyPr/>
        <a:lstStyle/>
        <a:p>
          <a:endParaRPr lang="de-DE"/>
        </a:p>
      </dgm:t>
    </dgm:pt>
    <dgm:pt modelId="{99E1EDBF-7998-4531-A82D-FF9B9270E33F}" type="sibTrans" cxnId="{7A09A5C5-0BC1-41B8-A9E4-4E0012E0777B}">
      <dgm:prSet/>
      <dgm:spPr/>
      <dgm:t>
        <a:bodyPr/>
        <a:lstStyle/>
        <a:p>
          <a:endParaRPr lang="de-DE"/>
        </a:p>
      </dgm:t>
    </dgm:pt>
    <dgm:pt modelId="{C0364BC7-C8A2-46EE-8536-59E887B0709C}">
      <dgm:prSet phldrT="[Text]"/>
      <dgm:spPr/>
      <dgm:t>
        <a:bodyPr/>
        <a:lstStyle/>
        <a:p>
          <a:r>
            <a:rPr lang="de-DE" dirty="0" err="1"/>
            <a:t>Graylog</a:t>
          </a:r>
          <a:endParaRPr lang="de-DE" dirty="0"/>
        </a:p>
      </dgm:t>
    </dgm:pt>
    <dgm:pt modelId="{73FE20AD-F4E4-492A-845A-0F4A9191FE6D}" type="parTrans" cxnId="{9BCFA631-3818-4AC9-8367-300AB7A2DA9D}">
      <dgm:prSet/>
      <dgm:spPr/>
      <dgm:t>
        <a:bodyPr/>
        <a:lstStyle/>
        <a:p>
          <a:endParaRPr lang="de-DE"/>
        </a:p>
      </dgm:t>
    </dgm:pt>
    <dgm:pt modelId="{55A15289-EE71-48C8-A5AC-6CA27D59EA4E}" type="sibTrans" cxnId="{9BCFA631-3818-4AC9-8367-300AB7A2DA9D}">
      <dgm:prSet/>
      <dgm:spPr/>
      <dgm:t>
        <a:bodyPr/>
        <a:lstStyle/>
        <a:p>
          <a:endParaRPr lang="de-DE"/>
        </a:p>
      </dgm:t>
    </dgm:pt>
    <dgm:pt modelId="{669949DF-D85F-496B-B012-E53B55A4D349}">
      <dgm:prSet phldrT="[Text]"/>
      <dgm:spPr/>
      <dgm:t>
        <a:bodyPr/>
        <a:lstStyle/>
        <a:p>
          <a:r>
            <a:rPr lang="de-DE" dirty="0"/>
            <a:t>Open Source </a:t>
          </a:r>
        </a:p>
      </dgm:t>
    </dgm:pt>
    <dgm:pt modelId="{A66ACC40-AF76-42B6-870A-72F638EF8405}" type="parTrans" cxnId="{B0970BF5-8B59-4101-8289-D4D3D461C71F}">
      <dgm:prSet/>
      <dgm:spPr/>
      <dgm:t>
        <a:bodyPr/>
        <a:lstStyle/>
        <a:p>
          <a:endParaRPr lang="de-DE"/>
        </a:p>
      </dgm:t>
    </dgm:pt>
    <dgm:pt modelId="{638152C5-E60A-4F9B-9F0F-A92DB726945A}" type="sibTrans" cxnId="{B0970BF5-8B59-4101-8289-D4D3D461C71F}">
      <dgm:prSet/>
      <dgm:spPr/>
      <dgm:t>
        <a:bodyPr/>
        <a:lstStyle/>
        <a:p>
          <a:endParaRPr lang="de-DE"/>
        </a:p>
      </dgm:t>
    </dgm:pt>
    <dgm:pt modelId="{E975AA3C-81AC-43AB-A901-FB505C9F8AC8}">
      <dgm:prSet phldrT="[Text]"/>
      <dgm:spPr/>
      <dgm:t>
        <a:bodyPr/>
        <a:lstStyle/>
        <a:p>
          <a:r>
            <a:rPr lang="de-DE" dirty="0"/>
            <a:t>Abhängigkeiten von externer Software</a:t>
          </a:r>
        </a:p>
      </dgm:t>
    </dgm:pt>
    <dgm:pt modelId="{1643D847-6407-4F50-897F-F5AA00AE26ED}" type="parTrans" cxnId="{926E87DA-6AD8-412A-95A9-C2C75F6772B2}">
      <dgm:prSet/>
      <dgm:spPr/>
      <dgm:t>
        <a:bodyPr/>
        <a:lstStyle/>
        <a:p>
          <a:endParaRPr lang="de-DE"/>
        </a:p>
      </dgm:t>
    </dgm:pt>
    <dgm:pt modelId="{D4E351BF-DEDF-45ED-B7EB-85C34A88B41F}" type="sibTrans" cxnId="{926E87DA-6AD8-412A-95A9-C2C75F6772B2}">
      <dgm:prSet/>
      <dgm:spPr/>
      <dgm:t>
        <a:bodyPr/>
        <a:lstStyle/>
        <a:p>
          <a:endParaRPr lang="de-DE"/>
        </a:p>
      </dgm:t>
    </dgm:pt>
    <dgm:pt modelId="{32D3E301-C0BF-41A4-BB8D-967BA99EF075}">
      <dgm:prSet phldrT="[Text]"/>
      <dgm:spPr/>
      <dgm:t>
        <a:bodyPr/>
        <a:lstStyle/>
        <a:p>
          <a:r>
            <a:rPr lang="de-DE" dirty="0" err="1"/>
            <a:t>Sematext</a:t>
          </a:r>
          <a:endParaRPr lang="de-DE" dirty="0"/>
        </a:p>
      </dgm:t>
    </dgm:pt>
    <dgm:pt modelId="{EE3FC548-68AD-4006-B38A-22C22537D549}" type="parTrans" cxnId="{E23D71E0-3531-4960-9477-3E2F11FA47A8}">
      <dgm:prSet/>
      <dgm:spPr/>
      <dgm:t>
        <a:bodyPr/>
        <a:lstStyle/>
        <a:p>
          <a:endParaRPr lang="de-DE"/>
        </a:p>
      </dgm:t>
    </dgm:pt>
    <dgm:pt modelId="{134476EC-03D9-4A91-A2A0-74ABAE81EE99}" type="sibTrans" cxnId="{E23D71E0-3531-4960-9477-3E2F11FA47A8}">
      <dgm:prSet/>
      <dgm:spPr/>
      <dgm:t>
        <a:bodyPr/>
        <a:lstStyle/>
        <a:p>
          <a:endParaRPr lang="de-DE"/>
        </a:p>
      </dgm:t>
    </dgm:pt>
    <dgm:pt modelId="{8D79EF3A-3384-4600-8F41-1AE8B05F90E2}">
      <dgm:prSet phldrT="[Text]"/>
      <dgm:spPr/>
      <dgm:t>
        <a:bodyPr/>
        <a:lstStyle/>
        <a:p>
          <a:r>
            <a:rPr lang="de-DE" dirty="0"/>
            <a:t>Kostenpflichtig</a:t>
          </a:r>
        </a:p>
      </dgm:t>
    </dgm:pt>
    <dgm:pt modelId="{795C61F5-C712-43C6-AD10-2649439E0C21}" type="parTrans" cxnId="{80A4C321-91BB-445E-8DCC-7F0968592517}">
      <dgm:prSet/>
      <dgm:spPr/>
      <dgm:t>
        <a:bodyPr/>
        <a:lstStyle/>
        <a:p>
          <a:endParaRPr lang="de-DE"/>
        </a:p>
      </dgm:t>
    </dgm:pt>
    <dgm:pt modelId="{73DAA1D1-827F-4EAB-BF5D-AB9DCB2B9141}" type="sibTrans" cxnId="{80A4C321-91BB-445E-8DCC-7F0968592517}">
      <dgm:prSet/>
      <dgm:spPr/>
      <dgm:t>
        <a:bodyPr/>
        <a:lstStyle/>
        <a:p>
          <a:endParaRPr lang="de-DE"/>
        </a:p>
      </dgm:t>
    </dgm:pt>
    <dgm:pt modelId="{3DD575F0-CED7-4010-A02B-9F755D3FB3B7}">
      <dgm:prSet phldrT="[Text]"/>
      <dgm:spPr/>
      <dgm:t>
        <a:bodyPr/>
        <a:lstStyle/>
        <a:p>
          <a:r>
            <a:rPr lang="de-DE" dirty="0"/>
            <a:t>Installation mit Docker</a:t>
          </a:r>
        </a:p>
      </dgm:t>
    </dgm:pt>
    <dgm:pt modelId="{9654717D-E6B9-4270-9E76-8F773F9541A3}" type="parTrans" cxnId="{11A4444A-C5CC-4BCB-A4EF-645FB08CDEC5}">
      <dgm:prSet/>
      <dgm:spPr/>
      <dgm:t>
        <a:bodyPr/>
        <a:lstStyle/>
        <a:p>
          <a:endParaRPr lang="de-DE"/>
        </a:p>
      </dgm:t>
    </dgm:pt>
    <dgm:pt modelId="{CA9E2FC9-F7E3-4831-8C2E-F631AC4762CC}" type="sibTrans" cxnId="{11A4444A-C5CC-4BCB-A4EF-645FB08CDEC5}">
      <dgm:prSet/>
      <dgm:spPr/>
      <dgm:t>
        <a:bodyPr/>
        <a:lstStyle/>
        <a:p>
          <a:endParaRPr lang="de-DE"/>
        </a:p>
      </dgm:t>
    </dgm:pt>
    <dgm:pt modelId="{32F96B70-4E68-40DB-BF24-41AE4F3A7219}">
      <dgm:prSet phldrT="[Text]"/>
      <dgm:spPr/>
      <dgm:t>
        <a:bodyPr/>
        <a:lstStyle/>
        <a:p>
          <a:r>
            <a:rPr lang="de-DE" dirty="0" err="1"/>
            <a:t>Fluentd</a:t>
          </a:r>
          <a:endParaRPr lang="de-DE" dirty="0"/>
        </a:p>
      </dgm:t>
    </dgm:pt>
    <dgm:pt modelId="{A73AEBBB-1DB2-4C7A-8748-8E737B268DF4}" type="parTrans" cxnId="{A749BC27-5F07-494B-8A05-E85F80234E2A}">
      <dgm:prSet/>
      <dgm:spPr/>
      <dgm:t>
        <a:bodyPr/>
        <a:lstStyle/>
        <a:p>
          <a:endParaRPr lang="de-DE"/>
        </a:p>
      </dgm:t>
    </dgm:pt>
    <dgm:pt modelId="{9ACBF55A-6A64-49C3-B337-069CAB503E59}" type="sibTrans" cxnId="{A749BC27-5F07-494B-8A05-E85F80234E2A}">
      <dgm:prSet/>
      <dgm:spPr/>
      <dgm:t>
        <a:bodyPr/>
        <a:lstStyle/>
        <a:p>
          <a:endParaRPr lang="de-DE"/>
        </a:p>
      </dgm:t>
    </dgm:pt>
    <dgm:pt modelId="{429AB93D-20BF-4A81-BC76-55A61E41A855}">
      <dgm:prSet phldrT="[Text]"/>
      <dgm:spPr/>
      <dgm:t>
        <a:bodyPr/>
        <a:lstStyle/>
        <a:p>
          <a:r>
            <a:rPr lang="de-DE" dirty="0"/>
            <a:t>Teilweise Open Source</a:t>
          </a:r>
        </a:p>
      </dgm:t>
    </dgm:pt>
    <dgm:pt modelId="{B73A678D-BB91-4B2B-B8BB-49C37B87907C}" type="parTrans" cxnId="{63841D99-BFAD-49F5-8486-0E2FA326B5C9}">
      <dgm:prSet/>
      <dgm:spPr/>
      <dgm:t>
        <a:bodyPr/>
        <a:lstStyle/>
        <a:p>
          <a:endParaRPr lang="de-DE"/>
        </a:p>
      </dgm:t>
    </dgm:pt>
    <dgm:pt modelId="{8D528F6D-D1C6-4861-B252-651DDE359150}" type="sibTrans" cxnId="{63841D99-BFAD-49F5-8486-0E2FA326B5C9}">
      <dgm:prSet/>
      <dgm:spPr/>
      <dgm:t>
        <a:bodyPr/>
        <a:lstStyle/>
        <a:p>
          <a:endParaRPr lang="de-DE"/>
        </a:p>
      </dgm:t>
    </dgm:pt>
    <dgm:pt modelId="{A3B660BE-9C1D-4972-9FCD-CBF96DFDF366}">
      <dgm:prSet phldrT="[Text]"/>
      <dgm:spPr/>
      <dgm:t>
        <a:bodyPr/>
        <a:lstStyle/>
        <a:p>
          <a:r>
            <a:rPr lang="de-DE" dirty="0"/>
            <a:t>Nutzung kostenlos</a:t>
          </a:r>
        </a:p>
      </dgm:t>
    </dgm:pt>
    <dgm:pt modelId="{3519845E-7167-4FCA-A499-462B1246097B}" type="parTrans" cxnId="{EF9AB66C-DFD2-4BFB-8B98-9D50377D2A53}">
      <dgm:prSet/>
      <dgm:spPr/>
      <dgm:t>
        <a:bodyPr/>
        <a:lstStyle/>
        <a:p>
          <a:endParaRPr lang="de-DE"/>
        </a:p>
      </dgm:t>
    </dgm:pt>
    <dgm:pt modelId="{E80888BC-7671-4F31-A781-598820134726}" type="sibTrans" cxnId="{EF9AB66C-DFD2-4BFB-8B98-9D50377D2A53}">
      <dgm:prSet/>
      <dgm:spPr/>
      <dgm:t>
        <a:bodyPr/>
        <a:lstStyle/>
        <a:p>
          <a:endParaRPr lang="de-DE"/>
        </a:p>
      </dgm:t>
    </dgm:pt>
    <dgm:pt modelId="{F1FBC956-73D1-478D-80AC-D89FC645B7E6}">
      <dgm:prSet phldrT="[Text]"/>
      <dgm:spPr/>
      <dgm:t>
        <a:bodyPr/>
        <a:lstStyle/>
        <a:p>
          <a:r>
            <a:rPr lang="de-DE" dirty="0"/>
            <a:t>Selbstverwaltete-Lösung</a:t>
          </a:r>
        </a:p>
      </dgm:t>
    </dgm:pt>
    <dgm:pt modelId="{C93B8B84-0BE2-49AD-856A-04EC88C415C2}" type="parTrans" cxnId="{35CF09BF-F034-4CA7-AFC7-06AF9B0C8C63}">
      <dgm:prSet/>
      <dgm:spPr/>
      <dgm:t>
        <a:bodyPr/>
        <a:lstStyle/>
        <a:p>
          <a:endParaRPr lang="de-DE"/>
        </a:p>
      </dgm:t>
    </dgm:pt>
    <dgm:pt modelId="{F161ECAC-D181-41B3-83F7-DFDC42B11B17}" type="sibTrans" cxnId="{35CF09BF-F034-4CA7-AFC7-06AF9B0C8C63}">
      <dgm:prSet/>
      <dgm:spPr/>
      <dgm:t>
        <a:bodyPr/>
        <a:lstStyle/>
        <a:p>
          <a:endParaRPr lang="de-DE"/>
        </a:p>
      </dgm:t>
    </dgm:pt>
    <dgm:pt modelId="{FA1996DA-D8C9-42B4-80F7-C42FDEEBAA37}">
      <dgm:prSet phldrT="[Text]"/>
      <dgm:spPr/>
      <dgm:t>
        <a:bodyPr/>
        <a:lstStyle/>
        <a:p>
          <a:r>
            <a:rPr lang="de-DE" dirty="0"/>
            <a:t>Selbstverwaltete- oder Cloud-Lösung</a:t>
          </a:r>
        </a:p>
      </dgm:t>
    </dgm:pt>
    <dgm:pt modelId="{B1DA8BE8-DA0E-4F41-AE94-BD7198DAA842}" type="parTrans" cxnId="{C5851CD9-6480-4DCC-BEAA-95E4CE7EDDC0}">
      <dgm:prSet/>
      <dgm:spPr/>
      <dgm:t>
        <a:bodyPr/>
        <a:lstStyle/>
        <a:p>
          <a:endParaRPr lang="de-DE"/>
        </a:p>
      </dgm:t>
    </dgm:pt>
    <dgm:pt modelId="{68DC623F-7E9E-4E1F-86C9-9B6BBFF6CB69}" type="sibTrans" cxnId="{C5851CD9-6480-4DCC-BEAA-95E4CE7EDDC0}">
      <dgm:prSet/>
      <dgm:spPr/>
      <dgm:t>
        <a:bodyPr/>
        <a:lstStyle/>
        <a:p>
          <a:endParaRPr lang="de-DE"/>
        </a:p>
      </dgm:t>
    </dgm:pt>
    <dgm:pt modelId="{24D7A4CB-2C19-4A73-9869-C6DA4F57F340}">
      <dgm:prSet phldrT="[Text]"/>
      <dgm:spPr/>
      <dgm:t>
        <a:bodyPr/>
        <a:lstStyle/>
        <a:p>
          <a:r>
            <a:rPr lang="de-DE" dirty="0"/>
            <a:t>Open Source Data </a:t>
          </a:r>
          <a:r>
            <a:rPr lang="de-DE" dirty="0" err="1"/>
            <a:t>Collector</a:t>
          </a:r>
          <a:endParaRPr lang="de-DE" dirty="0"/>
        </a:p>
      </dgm:t>
    </dgm:pt>
    <dgm:pt modelId="{7B5A65D0-1685-4A94-A11B-B509517A4747}" type="parTrans" cxnId="{03C3395F-B1CF-43C7-903A-6CB7A8FB4E4C}">
      <dgm:prSet/>
      <dgm:spPr/>
      <dgm:t>
        <a:bodyPr/>
        <a:lstStyle/>
        <a:p>
          <a:endParaRPr lang="de-DE"/>
        </a:p>
      </dgm:t>
    </dgm:pt>
    <dgm:pt modelId="{5577624A-1EA1-4E9E-9054-A89376B82BCD}" type="sibTrans" cxnId="{03C3395F-B1CF-43C7-903A-6CB7A8FB4E4C}">
      <dgm:prSet/>
      <dgm:spPr/>
      <dgm:t>
        <a:bodyPr/>
        <a:lstStyle/>
        <a:p>
          <a:endParaRPr lang="de-DE"/>
        </a:p>
      </dgm:t>
    </dgm:pt>
    <dgm:pt modelId="{2D927710-8266-49EC-B374-EB9F3BB71DCA}">
      <dgm:prSet phldrT="[Text]"/>
      <dgm:spPr/>
      <dgm:t>
        <a:bodyPr/>
        <a:lstStyle/>
        <a:p>
          <a:r>
            <a:rPr lang="de-DE" dirty="0"/>
            <a:t>Strukturierung von Daten</a:t>
          </a:r>
        </a:p>
      </dgm:t>
    </dgm:pt>
    <dgm:pt modelId="{BAC2D5A6-7566-4D75-9890-1423FA4B260B}" type="parTrans" cxnId="{54B979BC-9E97-45AE-BB43-41C8ED21C87D}">
      <dgm:prSet/>
      <dgm:spPr/>
      <dgm:t>
        <a:bodyPr/>
        <a:lstStyle/>
        <a:p>
          <a:endParaRPr lang="de-DE"/>
        </a:p>
      </dgm:t>
    </dgm:pt>
    <dgm:pt modelId="{E7EB07E1-CCF2-40E0-9C9F-F33A5EE5C692}" type="sibTrans" cxnId="{54B979BC-9E97-45AE-BB43-41C8ED21C87D}">
      <dgm:prSet/>
      <dgm:spPr/>
      <dgm:t>
        <a:bodyPr/>
        <a:lstStyle/>
        <a:p>
          <a:endParaRPr lang="de-DE"/>
        </a:p>
      </dgm:t>
    </dgm:pt>
    <dgm:pt modelId="{8124B4CB-C4AB-46C0-A925-BFBB3FBF646B}" type="pres">
      <dgm:prSet presAssocID="{1C6B3BC9-24B0-485F-ACE6-2A8299613CE4}" presName="Name0" presStyleCnt="0">
        <dgm:presLayoutVars>
          <dgm:dir/>
          <dgm:animLvl val="lvl"/>
          <dgm:resizeHandles val="exact"/>
        </dgm:presLayoutVars>
      </dgm:prSet>
      <dgm:spPr/>
    </dgm:pt>
    <dgm:pt modelId="{C10ABCFF-0267-41D5-989B-89A3713CD6ED}" type="pres">
      <dgm:prSet presAssocID="{11C7DCE9-9D79-4248-8766-E5C5676FA2D9}" presName="composite" presStyleCnt="0"/>
      <dgm:spPr/>
    </dgm:pt>
    <dgm:pt modelId="{4C8AD4A4-1131-4495-8B76-BCC551804243}" type="pres">
      <dgm:prSet presAssocID="{11C7DCE9-9D79-4248-8766-E5C5676FA2D9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5F1F457C-81DA-4117-BE45-55CD4B295928}" type="pres">
      <dgm:prSet presAssocID="{11C7DCE9-9D79-4248-8766-E5C5676FA2D9}" presName="desTx" presStyleLbl="alignAccFollowNode1" presStyleIdx="0" presStyleCnt="4">
        <dgm:presLayoutVars>
          <dgm:bulletEnabled val="1"/>
        </dgm:presLayoutVars>
      </dgm:prSet>
      <dgm:spPr/>
    </dgm:pt>
    <dgm:pt modelId="{5E87FEE0-1933-4B31-A09D-4A274272F3C4}" type="pres">
      <dgm:prSet presAssocID="{AD84867A-EB7D-4F04-BCB8-92E1D7C370D8}" presName="space" presStyleCnt="0"/>
      <dgm:spPr/>
    </dgm:pt>
    <dgm:pt modelId="{76848D9F-71D0-466F-AFDE-DD7B13A8F0DB}" type="pres">
      <dgm:prSet presAssocID="{C0364BC7-C8A2-46EE-8536-59E887B0709C}" presName="composite" presStyleCnt="0"/>
      <dgm:spPr/>
    </dgm:pt>
    <dgm:pt modelId="{345DC9DE-F8F3-4D4F-BD82-E357B598BDBF}" type="pres">
      <dgm:prSet presAssocID="{C0364BC7-C8A2-46EE-8536-59E887B0709C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3ED7635-527E-4EA9-A1AF-42C75064A248}" type="pres">
      <dgm:prSet presAssocID="{C0364BC7-C8A2-46EE-8536-59E887B0709C}" presName="desTx" presStyleLbl="alignAccFollowNode1" presStyleIdx="1" presStyleCnt="4">
        <dgm:presLayoutVars>
          <dgm:bulletEnabled val="1"/>
        </dgm:presLayoutVars>
      </dgm:prSet>
      <dgm:spPr/>
    </dgm:pt>
    <dgm:pt modelId="{5726F588-ED33-47FE-A6B8-4AC3EC751F67}" type="pres">
      <dgm:prSet presAssocID="{55A15289-EE71-48C8-A5AC-6CA27D59EA4E}" presName="space" presStyleCnt="0"/>
      <dgm:spPr/>
    </dgm:pt>
    <dgm:pt modelId="{B551A1F8-6C57-4923-8C8C-95C8272659EE}" type="pres">
      <dgm:prSet presAssocID="{32D3E301-C0BF-41A4-BB8D-967BA99EF075}" presName="composite" presStyleCnt="0"/>
      <dgm:spPr/>
    </dgm:pt>
    <dgm:pt modelId="{AC54F58F-301D-4F32-A776-7FBC0ADA1A1D}" type="pres">
      <dgm:prSet presAssocID="{32D3E301-C0BF-41A4-BB8D-967BA99EF075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86658383-9656-4FBF-9E6F-4DBF471DE367}" type="pres">
      <dgm:prSet presAssocID="{32D3E301-C0BF-41A4-BB8D-967BA99EF075}" presName="desTx" presStyleLbl="alignAccFollowNode1" presStyleIdx="2" presStyleCnt="4">
        <dgm:presLayoutVars>
          <dgm:bulletEnabled val="1"/>
        </dgm:presLayoutVars>
      </dgm:prSet>
      <dgm:spPr/>
    </dgm:pt>
    <dgm:pt modelId="{1BBD654C-08C4-4B17-B88B-60FEC548B60F}" type="pres">
      <dgm:prSet presAssocID="{134476EC-03D9-4A91-A2A0-74ABAE81EE99}" presName="space" presStyleCnt="0"/>
      <dgm:spPr/>
    </dgm:pt>
    <dgm:pt modelId="{7195D12F-4917-4936-AC8D-C2A8218E5142}" type="pres">
      <dgm:prSet presAssocID="{32F96B70-4E68-40DB-BF24-41AE4F3A7219}" presName="composite" presStyleCnt="0"/>
      <dgm:spPr/>
    </dgm:pt>
    <dgm:pt modelId="{28060F0D-D37A-404F-88E8-F5B02E84AAA0}" type="pres">
      <dgm:prSet presAssocID="{32F96B70-4E68-40DB-BF24-41AE4F3A7219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82082C56-EA3D-45E5-A1A9-03BE9ADDBBF5}" type="pres">
      <dgm:prSet presAssocID="{32F96B70-4E68-40DB-BF24-41AE4F3A7219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0954100-4B8D-430F-8D2A-709337266130}" type="presOf" srcId="{24D7A4CB-2C19-4A73-9869-C6DA4F57F340}" destId="{82082C56-EA3D-45E5-A1A9-03BE9ADDBBF5}" srcOrd="0" destOrd="0" presId="urn:microsoft.com/office/officeart/2005/8/layout/hList1"/>
    <dgm:cxn modelId="{99CA7104-F1A7-41E9-8FF7-1345E35D9420}" type="presOf" srcId="{11C7DCE9-9D79-4248-8766-E5C5676FA2D9}" destId="{4C8AD4A4-1131-4495-8B76-BCC551804243}" srcOrd="0" destOrd="0" presId="urn:microsoft.com/office/officeart/2005/8/layout/hList1"/>
    <dgm:cxn modelId="{4EEA2309-A4C6-44DB-BFE5-5D3CDA425DA8}" type="presOf" srcId="{93AC3412-2CA9-48A1-80B1-8E9EB85BA639}" destId="{5F1F457C-81DA-4117-BE45-55CD4B295928}" srcOrd="0" destOrd="0" presId="urn:microsoft.com/office/officeart/2005/8/layout/hList1"/>
    <dgm:cxn modelId="{7CE8820E-9A08-4F19-B6EC-06B4B6A4C835}" type="presOf" srcId="{32D3E301-C0BF-41A4-BB8D-967BA99EF075}" destId="{AC54F58F-301D-4F32-A776-7FBC0ADA1A1D}" srcOrd="0" destOrd="0" presId="urn:microsoft.com/office/officeart/2005/8/layout/hList1"/>
    <dgm:cxn modelId="{DA0F3910-9C24-4F78-8609-3604D1DE7563}" type="presOf" srcId="{32F96B70-4E68-40DB-BF24-41AE4F3A7219}" destId="{28060F0D-D37A-404F-88E8-F5B02E84AAA0}" srcOrd="0" destOrd="0" presId="urn:microsoft.com/office/officeart/2005/8/layout/hList1"/>
    <dgm:cxn modelId="{C547BF13-A2E7-4BE6-8A90-70CA35DABC7F}" srcId="{1C6B3BC9-24B0-485F-ACE6-2A8299613CE4}" destId="{11C7DCE9-9D79-4248-8766-E5C5676FA2D9}" srcOrd="0" destOrd="0" parTransId="{AB35C714-9A73-4C9C-BF35-4F5B541EF95C}" sibTransId="{AD84867A-EB7D-4F04-BCB8-92E1D7C370D8}"/>
    <dgm:cxn modelId="{80A4C321-91BB-445E-8DCC-7F0968592517}" srcId="{32D3E301-C0BF-41A4-BB8D-967BA99EF075}" destId="{8D79EF3A-3384-4600-8F41-1AE8B05F90E2}" srcOrd="0" destOrd="0" parTransId="{795C61F5-C712-43C6-AD10-2649439E0C21}" sibTransId="{73DAA1D1-827F-4EAB-BF5D-AB9DCB2B9141}"/>
    <dgm:cxn modelId="{A749BC27-5F07-494B-8A05-E85F80234E2A}" srcId="{1C6B3BC9-24B0-485F-ACE6-2A8299613CE4}" destId="{32F96B70-4E68-40DB-BF24-41AE4F3A7219}" srcOrd="3" destOrd="0" parTransId="{A73AEBBB-1DB2-4C7A-8748-8E737B268DF4}" sibTransId="{9ACBF55A-6A64-49C3-B337-069CAB503E59}"/>
    <dgm:cxn modelId="{9BCFA631-3818-4AC9-8367-300AB7A2DA9D}" srcId="{1C6B3BC9-24B0-485F-ACE6-2A8299613CE4}" destId="{C0364BC7-C8A2-46EE-8536-59E887B0709C}" srcOrd="1" destOrd="0" parTransId="{73FE20AD-F4E4-492A-845A-0F4A9191FE6D}" sibTransId="{55A15289-EE71-48C8-A5AC-6CA27D59EA4E}"/>
    <dgm:cxn modelId="{372F5E5E-808F-4794-BB4B-18F9F90F8EB1}" type="presOf" srcId="{C0364BC7-C8A2-46EE-8536-59E887B0709C}" destId="{345DC9DE-F8F3-4D4F-BD82-E357B598BDBF}" srcOrd="0" destOrd="0" presId="urn:microsoft.com/office/officeart/2005/8/layout/hList1"/>
    <dgm:cxn modelId="{D359565E-4531-4C8F-8D6E-CD6C14A07BEC}" type="presOf" srcId="{8D79EF3A-3384-4600-8F41-1AE8B05F90E2}" destId="{86658383-9656-4FBF-9E6F-4DBF471DE367}" srcOrd="0" destOrd="0" presId="urn:microsoft.com/office/officeart/2005/8/layout/hList1"/>
    <dgm:cxn modelId="{03C3395F-B1CF-43C7-903A-6CB7A8FB4E4C}" srcId="{32F96B70-4E68-40DB-BF24-41AE4F3A7219}" destId="{24D7A4CB-2C19-4A73-9869-C6DA4F57F340}" srcOrd="0" destOrd="0" parTransId="{7B5A65D0-1685-4A94-A11B-B509517A4747}" sibTransId="{5577624A-1EA1-4E9E-9054-A89376B82BCD}"/>
    <dgm:cxn modelId="{11A4444A-C5CC-4BCB-A4EF-645FB08CDEC5}" srcId="{32D3E301-C0BF-41A4-BB8D-967BA99EF075}" destId="{3DD575F0-CED7-4010-A02B-9F755D3FB3B7}" srcOrd="1" destOrd="0" parTransId="{9654717D-E6B9-4270-9E76-8F773F9541A3}" sibTransId="{CA9E2FC9-F7E3-4831-8C2E-F631AC4762CC}"/>
    <dgm:cxn modelId="{EF9AB66C-DFD2-4BFB-8B98-9D50377D2A53}" srcId="{C0364BC7-C8A2-46EE-8536-59E887B0709C}" destId="{A3B660BE-9C1D-4972-9FCD-CBF96DFDF366}" srcOrd="0" destOrd="0" parTransId="{3519845E-7167-4FCA-A499-462B1246097B}" sibTransId="{E80888BC-7671-4F31-A781-598820134726}"/>
    <dgm:cxn modelId="{AF09FF85-D78B-493C-ABEA-56841A0D082E}" type="presOf" srcId="{2D927710-8266-49EC-B374-EB9F3BB71DCA}" destId="{82082C56-EA3D-45E5-A1A9-03BE9ADDBBF5}" srcOrd="0" destOrd="1" presId="urn:microsoft.com/office/officeart/2005/8/layout/hList1"/>
    <dgm:cxn modelId="{E970BF8C-EC85-4078-AF7B-1EAEFCEF253A}" srcId="{11C7DCE9-9D79-4248-8766-E5C5676FA2D9}" destId="{93AC3412-2CA9-48A1-80B1-8E9EB85BA639}" srcOrd="0" destOrd="0" parTransId="{6438D8C2-C86A-4343-B4CD-03D81E954F44}" sibTransId="{1CC1EF0B-5F7C-4CA8-8258-72F04EBFC81A}"/>
    <dgm:cxn modelId="{9D0ECF8C-40F2-400F-B318-2ABB32415D80}" type="presOf" srcId="{E975AA3C-81AC-43AB-A901-FB505C9F8AC8}" destId="{A3ED7635-527E-4EA9-A1AF-42C75064A248}" srcOrd="0" destOrd="2" presId="urn:microsoft.com/office/officeart/2005/8/layout/hList1"/>
    <dgm:cxn modelId="{A2A06890-2E89-48EC-9008-A123E2853351}" type="presOf" srcId="{F1FBC956-73D1-478D-80AC-D89FC645B7E6}" destId="{A3ED7635-527E-4EA9-A1AF-42C75064A248}" srcOrd="0" destOrd="3" presId="urn:microsoft.com/office/officeart/2005/8/layout/hList1"/>
    <dgm:cxn modelId="{63841D99-BFAD-49F5-8486-0E2FA326B5C9}" srcId="{11C7DCE9-9D79-4248-8766-E5C5676FA2D9}" destId="{429AB93D-20BF-4A81-BC76-55A61E41A855}" srcOrd="1" destOrd="0" parTransId="{B73A678D-BB91-4B2B-B8BB-49C37B87907C}" sibTransId="{8D528F6D-D1C6-4861-B252-651DDE359150}"/>
    <dgm:cxn modelId="{E5CD34B3-95A9-473C-8387-35565FFA4A93}" type="presOf" srcId="{3DD575F0-CED7-4010-A02B-9F755D3FB3B7}" destId="{86658383-9656-4FBF-9E6F-4DBF471DE367}" srcOrd="0" destOrd="1" presId="urn:microsoft.com/office/officeart/2005/8/layout/hList1"/>
    <dgm:cxn modelId="{54B979BC-9E97-45AE-BB43-41C8ED21C87D}" srcId="{32F96B70-4E68-40DB-BF24-41AE4F3A7219}" destId="{2D927710-8266-49EC-B374-EB9F3BB71DCA}" srcOrd="1" destOrd="0" parTransId="{BAC2D5A6-7566-4D75-9890-1423FA4B260B}" sibTransId="{E7EB07E1-CCF2-40E0-9C9F-F33A5EE5C692}"/>
    <dgm:cxn modelId="{35CF09BF-F034-4CA7-AFC7-06AF9B0C8C63}" srcId="{C0364BC7-C8A2-46EE-8536-59E887B0709C}" destId="{F1FBC956-73D1-478D-80AC-D89FC645B7E6}" srcOrd="3" destOrd="0" parTransId="{C93B8B84-0BE2-49AD-856A-04EC88C415C2}" sibTransId="{F161ECAC-D181-41B3-83F7-DFDC42B11B17}"/>
    <dgm:cxn modelId="{4BA5D1C3-8F77-4505-AF11-8FD4FC07A52D}" type="presOf" srcId="{510F9002-3D91-4AAC-B4A1-42000BFB17AC}" destId="{5F1F457C-81DA-4117-BE45-55CD4B295928}" srcOrd="0" destOrd="2" presId="urn:microsoft.com/office/officeart/2005/8/layout/hList1"/>
    <dgm:cxn modelId="{7A09A5C5-0BC1-41B8-A9E4-4E0012E0777B}" srcId="{11C7DCE9-9D79-4248-8766-E5C5676FA2D9}" destId="{510F9002-3D91-4AAC-B4A1-42000BFB17AC}" srcOrd="2" destOrd="0" parTransId="{861D2CE7-760F-4685-B959-59E9E8045873}" sibTransId="{99E1EDBF-7998-4531-A82D-FF9B9270E33F}"/>
    <dgm:cxn modelId="{0D3BE4C6-CE76-4658-A312-AFA92B2ACA1A}" type="presOf" srcId="{429AB93D-20BF-4A81-BC76-55A61E41A855}" destId="{5F1F457C-81DA-4117-BE45-55CD4B295928}" srcOrd="0" destOrd="1" presId="urn:microsoft.com/office/officeart/2005/8/layout/hList1"/>
    <dgm:cxn modelId="{990EF8C8-F1D2-4079-A3E7-53CF8A3F4B1E}" type="presOf" srcId="{FA1996DA-D8C9-42B4-80F7-C42FDEEBAA37}" destId="{86658383-9656-4FBF-9E6F-4DBF471DE367}" srcOrd="0" destOrd="2" presId="urn:microsoft.com/office/officeart/2005/8/layout/hList1"/>
    <dgm:cxn modelId="{BE988BD1-A298-4A50-9133-51E2EC775ECD}" type="presOf" srcId="{A3B660BE-9C1D-4972-9FCD-CBF96DFDF366}" destId="{A3ED7635-527E-4EA9-A1AF-42C75064A248}" srcOrd="0" destOrd="0" presId="urn:microsoft.com/office/officeart/2005/8/layout/hList1"/>
    <dgm:cxn modelId="{6FCF66D6-9D89-4124-90D9-C0008CB38B24}" type="presOf" srcId="{1C6B3BC9-24B0-485F-ACE6-2A8299613CE4}" destId="{8124B4CB-C4AB-46C0-A925-BFBB3FBF646B}" srcOrd="0" destOrd="0" presId="urn:microsoft.com/office/officeart/2005/8/layout/hList1"/>
    <dgm:cxn modelId="{C5851CD9-6480-4DCC-BEAA-95E4CE7EDDC0}" srcId="{32D3E301-C0BF-41A4-BB8D-967BA99EF075}" destId="{FA1996DA-D8C9-42B4-80F7-C42FDEEBAA37}" srcOrd="2" destOrd="0" parTransId="{B1DA8BE8-DA0E-4F41-AE94-BD7198DAA842}" sibTransId="{68DC623F-7E9E-4E1F-86C9-9B6BBFF6CB69}"/>
    <dgm:cxn modelId="{31744FDA-004D-4D5E-B503-D05018859859}" type="presOf" srcId="{669949DF-D85F-496B-B012-E53B55A4D349}" destId="{A3ED7635-527E-4EA9-A1AF-42C75064A248}" srcOrd="0" destOrd="1" presId="urn:microsoft.com/office/officeart/2005/8/layout/hList1"/>
    <dgm:cxn modelId="{926E87DA-6AD8-412A-95A9-C2C75F6772B2}" srcId="{C0364BC7-C8A2-46EE-8536-59E887B0709C}" destId="{E975AA3C-81AC-43AB-A901-FB505C9F8AC8}" srcOrd="2" destOrd="0" parTransId="{1643D847-6407-4F50-897F-F5AA00AE26ED}" sibTransId="{D4E351BF-DEDF-45ED-B7EB-85C34A88B41F}"/>
    <dgm:cxn modelId="{E23D71E0-3531-4960-9477-3E2F11FA47A8}" srcId="{1C6B3BC9-24B0-485F-ACE6-2A8299613CE4}" destId="{32D3E301-C0BF-41A4-BB8D-967BA99EF075}" srcOrd="2" destOrd="0" parTransId="{EE3FC548-68AD-4006-B38A-22C22537D549}" sibTransId="{134476EC-03D9-4A91-A2A0-74ABAE81EE99}"/>
    <dgm:cxn modelId="{B0970BF5-8B59-4101-8289-D4D3D461C71F}" srcId="{C0364BC7-C8A2-46EE-8536-59E887B0709C}" destId="{669949DF-D85F-496B-B012-E53B55A4D349}" srcOrd="1" destOrd="0" parTransId="{A66ACC40-AF76-42B6-870A-72F638EF8405}" sibTransId="{638152C5-E60A-4F9B-9F0F-A92DB726945A}"/>
    <dgm:cxn modelId="{5A962241-1144-4903-ADDC-420BE3BFFA09}" type="presParOf" srcId="{8124B4CB-C4AB-46C0-A925-BFBB3FBF646B}" destId="{C10ABCFF-0267-41D5-989B-89A3713CD6ED}" srcOrd="0" destOrd="0" presId="urn:microsoft.com/office/officeart/2005/8/layout/hList1"/>
    <dgm:cxn modelId="{2A11B60A-0DEF-4CAB-A601-5300459D29D9}" type="presParOf" srcId="{C10ABCFF-0267-41D5-989B-89A3713CD6ED}" destId="{4C8AD4A4-1131-4495-8B76-BCC551804243}" srcOrd="0" destOrd="0" presId="urn:microsoft.com/office/officeart/2005/8/layout/hList1"/>
    <dgm:cxn modelId="{B98D97BC-CBB9-4B0F-92E5-704D3F0B49DC}" type="presParOf" srcId="{C10ABCFF-0267-41D5-989B-89A3713CD6ED}" destId="{5F1F457C-81DA-4117-BE45-55CD4B295928}" srcOrd="1" destOrd="0" presId="urn:microsoft.com/office/officeart/2005/8/layout/hList1"/>
    <dgm:cxn modelId="{6AB17A22-67FD-453D-80D7-F99C1AEF09C3}" type="presParOf" srcId="{8124B4CB-C4AB-46C0-A925-BFBB3FBF646B}" destId="{5E87FEE0-1933-4B31-A09D-4A274272F3C4}" srcOrd="1" destOrd="0" presId="urn:microsoft.com/office/officeart/2005/8/layout/hList1"/>
    <dgm:cxn modelId="{FA005EBC-9066-46BC-8044-D13EB76515EA}" type="presParOf" srcId="{8124B4CB-C4AB-46C0-A925-BFBB3FBF646B}" destId="{76848D9F-71D0-466F-AFDE-DD7B13A8F0DB}" srcOrd="2" destOrd="0" presId="urn:microsoft.com/office/officeart/2005/8/layout/hList1"/>
    <dgm:cxn modelId="{9B2C57A0-C452-4D02-AB2C-E0A38D0FE249}" type="presParOf" srcId="{76848D9F-71D0-466F-AFDE-DD7B13A8F0DB}" destId="{345DC9DE-F8F3-4D4F-BD82-E357B598BDBF}" srcOrd="0" destOrd="0" presId="urn:microsoft.com/office/officeart/2005/8/layout/hList1"/>
    <dgm:cxn modelId="{BFADC579-2112-464A-B917-EFA13D1AF906}" type="presParOf" srcId="{76848D9F-71D0-466F-AFDE-DD7B13A8F0DB}" destId="{A3ED7635-527E-4EA9-A1AF-42C75064A248}" srcOrd="1" destOrd="0" presId="urn:microsoft.com/office/officeart/2005/8/layout/hList1"/>
    <dgm:cxn modelId="{6E0A76AC-7F70-4149-8B4E-DAFD0FCF66B0}" type="presParOf" srcId="{8124B4CB-C4AB-46C0-A925-BFBB3FBF646B}" destId="{5726F588-ED33-47FE-A6B8-4AC3EC751F67}" srcOrd="3" destOrd="0" presId="urn:microsoft.com/office/officeart/2005/8/layout/hList1"/>
    <dgm:cxn modelId="{D4F54CAE-4ADD-4575-A6CD-E7B0A78D41FB}" type="presParOf" srcId="{8124B4CB-C4AB-46C0-A925-BFBB3FBF646B}" destId="{B551A1F8-6C57-4923-8C8C-95C8272659EE}" srcOrd="4" destOrd="0" presId="urn:microsoft.com/office/officeart/2005/8/layout/hList1"/>
    <dgm:cxn modelId="{115B371E-F931-47B9-B292-447CC6EBF756}" type="presParOf" srcId="{B551A1F8-6C57-4923-8C8C-95C8272659EE}" destId="{AC54F58F-301D-4F32-A776-7FBC0ADA1A1D}" srcOrd="0" destOrd="0" presId="urn:microsoft.com/office/officeart/2005/8/layout/hList1"/>
    <dgm:cxn modelId="{E9718848-7F25-4B26-A31E-41846ABAB954}" type="presParOf" srcId="{B551A1F8-6C57-4923-8C8C-95C8272659EE}" destId="{86658383-9656-4FBF-9E6F-4DBF471DE367}" srcOrd="1" destOrd="0" presId="urn:microsoft.com/office/officeart/2005/8/layout/hList1"/>
    <dgm:cxn modelId="{07DF8083-51E3-452C-A362-AB0DDDB8CAD6}" type="presParOf" srcId="{8124B4CB-C4AB-46C0-A925-BFBB3FBF646B}" destId="{1BBD654C-08C4-4B17-B88B-60FEC548B60F}" srcOrd="5" destOrd="0" presId="urn:microsoft.com/office/officeart/2005/8/layout/hList1"/>
    <dgm:cxn modelId="{F966A954-D316-490E-BE9D-0031E131775E}" type="presParOf" srcId="{8124B4CB-C4AB-46C0-A925-BFBB3FBF646B}" destId="{7195D12F-4917-4936-AC8D-C2A8218E5142}" srcOrd="6" destOrd="0" presId="urn:microsoft.com/office/officeart/2005/8/layout/hList1"/>
    <dgm:cxn modelId="{C07BB3EE-2364-4416-BC4E-7EA9BB17B6CD}" type="presParOf" srcId="{7195D12F-4917-4936-AC8D-C2A8218E5142}" destId="{28060F0D-D37A-404F-88E8-F5B02E84AAA0}" srcOrd="0" destOrd="0" presId="urn:microsoft.com/office/officeart/2005/8/layout/hList1"/>
    <dgm:cxn modelId="{70100E13-B9EE-4730-8700-6DDA5C50DFEB}" type="presParOf" srcId="{7195D12F-4917-4936-AC8D-C2A8218E5142}" destId="{82082C56-EA3D-45E5-A1A9-03BE9ADDBBF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5D380DA-682D-4C6C-BBEF-069869C910C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65EC1E7-46E0-4E96-AA88-94AB41754323}">
      <dgm:prSet phldrT="[Text]"/>
      <dgm:spPr/>
      <dgm:t>
        <a:bodyPr/>
        <a:lstStyle/>
        <a:p>
          <a:r>
            <a:rPr lang="de-DE" dirty="0"/>
            <a:t>Graylog vs. Elastic Stack </a:t>
          </a:r>
        </a:p>
      </dgm:t>
    </dgm:pt>
    <dgm:pt modelId="{22A61DBC-3FD9-45F0-8BFB-F43DAB6453FC}" type="parTrans" cxnId="{1C6CC1ED-7F07-4536-A8D2-C49E766163CC}">
      <dgm:prSet/>
      <dgm:spPr/>
      <dgm:t>
        <a:bodyPr/>
        <a:lstStyle/>
        <a:p>
          <a:endParaRPr lang="de-DE"/>
        </a:p>
      </dgm:t>
    </dgm:pt>
    <dgm:pt modelId="{5B0F6D18-D205-4F71-A7E9-1FC0C3DEFC89}" type="sibTrans" cxnId="{1C6CC1ED-7F07-4536-A8D2-C49E766163CC}">
      <dgm:prSet/>
      <dgm:spPr/>
      <dgm:t>
        <a:bodyPr/>
        <a:lstStyle/>
        <a:p>
          <a:endParaRPr lang="de-DE"/>
        </a:p>
      </dgm:t>
    </dgm:pt>
    <dgm:pt modelId="{4CE1D29E-45AD-4192-AF9E-38A900FFBAA0}">
      <dgm:prSet phldrT="[Text]"/>
      <dgm:spPr/>
      <dgm:t>
        <a:bodyPr/>
        <a:lstStyle/>
        <a:p>
          <a:r>
            <a:rPr lang="de-DE" dirty="0"/>
            <a:t>Sematext vs. Elastic Stack</a:t>
          </a:r>
        </a:p>
      </dgm:t>
    </dgm:pt>
    <dgm:pt modelId="{015AAF9B-CF51-49E0-A459-97DCC5020419}" type="parTrans" cxnId="{70BE90BF-7B4C-4444-9A3C-9CDB80D4533B}">
      <dgm:prSet/>
      <dgm:spPr/>
      <dgm:t>
        <a:bodyPr/>
        <a:lstStyle/>
        <a:p>
          <a:endParaRPr lang="de-DE"/>
        </a:p>
      </dgm:t>
    </dgm:pt>
    <dgm:pt modelId="{D5FC1829-FAD4-4E19-B2AD-4FDE74FE4D6F}" type="sibTrans" cxnId="{70BE90BF-7B4C-4444-9A3C-9CDB80D4533B}">
      <dgm:prSet/>
      <dgm:spPr/>
      <dgm:t>
        <a:bodyPr/>
        <a:lstStyle/>
        <a:p>
          <a:endParaRPr lang="de-DE"/>
        </a:p>
      </dgm:t>
    </dgm:pt>
    <dgm:pt modelId="{533036EB-8992-4667-80A3-6A5929544112}">
      <dgm:prSet phldrT="[Text]"/>
      <dgm:spPr/>
      <dgm:t>
        <a:bodyPr/>
        <a:lstStyle/>
        <a:p>
          <a:r>
            <a:rPr lang="de-DE" dirty="0"/>
            <a:t>Fluentd vs. Logstash</a:t>
          </a:r>
        </a:p>
      </dgm:t>
    </dgm:pt>
    <dgm:pt modelId="{B86BB79F-1236-4881-A27E-8AD6111DCC71}" type="parTrans" cxnId="{55CBB17B-7264-4F99-A6D4-0994F17ED59F}">
      <dgm:prSet/>
      <dgm:spPr/>
      <dgm:t>
        <a:bodyPr/>
        <a:lstStyle/>
        <a:p>
          <a:endParaRPr lang="de-DE"/>
        </a:p>
      </dgm:t>
    </dgm:pt>
    <dgm:pt modelId="{99585B0E-2AAD-4958-998A-0CC0C0449B5E}" type="sibTrans" cxnId="{55CBB17B-7264-4F99-A6D4-0994F17ED59F}">
      <dgm:prSet/>
      <dgm:spPr/>
      <dgm:t>
        <a:bodyPr/>
        <a:lstStyle/>
        <a:p>
          <a:endParaRPr lang="de-DE"/>
        </a:p>
      </dgm:t>
    </dgm:pt>
    <dgm:pt modelId="{DA80131E-3C69-4188-9F40-451564517453}">
      <dgm:prSet phldrT="[Text]"/>
      <dgm:spPr/>
      <dgm:t>
        <a:bodyPr/>
        <a:lstStyle/>
        <a:p>
          <a:r>
            <a:rPr lang="de-DE" dirty="0"/>
            <a:t>Alle Anforderungen werden erfüllt</a:t>
          </a:r>
        </a:p>
      </dgm:t>
    </dgm:pt>
    <dgm:pt modelId="{6B242C90-C137-49F5-BCF8-14F19E8063D9}" type="parTrans" cxnId="{B5630B72-2792-4868-9893-3A36664BFEB4}">
      <dgm:prSet/>
      <dgm:spPr/>
      <dgm:t>
        <a:bodyPr/>
        <a:lstStyle/>
        <a:p>
          <a:endParaRPr lang="de-DE"/>
        </a:p>
      </dgm:t>
    </dgm:pt>
    <dgm:pt modelId="{8DF17B81-AD28-4FAE-9710-0809CE86CA80}" type="sibTrans" cxnId="{B5630B72-2792-4868-9893-3A36664BFEB4}">
      <dgm:prSet/>
      <dgm:spPr/>
      <dgm:t>
        <a:bodyPr/>
        <a:lstStyle/>
        <a:p>
          <a:endParaRPr lang="de-DE"/>
        </a:p>
      </dgm:t>
    </dgm:pt>
    <dgm:pt modelId="{4D02C849-06F3-428F-804E-B5EC783681F3}">
      <dgm:prSet phldrT="[Text]"/>
      <dgm:spPr/>
      <dgm:t>
        <a:bodyPr/>
        <a:lstStyle/>
        <a:p>
          <a:r>
            <a:rPr lang="de-DE" dirty="0"/>
            <a:t>Wegen Zeitmangels nur Elastic Stack</a:t>
          </a:r>
        </a:p>
      </dgm:t>
    </dgm:pt>
    <dgm:pt modelId="{59BA67EE-5C7A-4188-B5E6-E00C47D7423E}" type="parTrans" cxnId="{2D2269BD-52F2-416F-8F4F-D8BE5F3C0AB2}">
      <dgm:prSet/>
      <dgm:spPr/>
      <dgm:t>
        <a:bodyPr/>
        <a:lstStyle/>
        <a:p>
          <a:endParaRPr lang="de-DE"/>
        </a:p>
      </dgm:t>
    </dgm:pt>
    <dgm:pt modelId="{2546E23F-4584-4F3B-8B6F-82312E371897}" type="sibTrans" cxnId="{2D2269BD-52F2-416F-8F4F-D8BE5F3C0AB2}">
      <dgm:prSet/>
      <dgm:spPr/>
      <dgm:t>
        <a:bodyPr/>
        <a:lstStyle/>
        <a:p>
          <a:endParaRPr lang="de-DE"/>
        </a:p>
      </dgm:t>
    </dgm:pt>
    <dgm:pt modelId="{86F46463-0FA0-4DD2-B8E7-C7451B8836BE}">
      <dgm:prSet phldrT="[Text]"/>
      <dgm:spPr/>
      <dgm:t>
        <a:bodyPr/>
        <a:lstStyle/>
        <a:p>
          <a:r>
            <a:rPr lang="de-DE" dirty="0"/>
            <a:t>Strukturieren von Logs mit beiden Möglich</a:t>
          </a:r>
        </a:p>
      </dgm:t>
    </dgm:pt>
    <dgm:pt modelId="{604EA089-E98D-467E-9DDD-324A2E53C629}" type="parTrans" cxnId="{5AB74A9F-7C3A-4052-91E7-AF7C0CFF019C}">
      <dgm:prSet/>
      <dgm:spPr/>
      <dgm:t>
        <a:bodyPr/>
        <a:lstStyle/>
        <a:p>
          <a:endParaRPr lang="de-DE"/>
        </a:p>
      </dgm:t>
    </dgm:pt>
    <dgm:pt modelId="{FA686946-E4B1-4F9F-B1C4-4C191043990C}" type="sibTrans" cxnId="{5AB74A9F-7C3A-4052-91E7-AF7C0CFF019C}">
      <dgm:prSet/>
      <dgm:spPr/>
      <dgm:t>
        <a:bodyPr/>
        <a:lstStyle/>
        <a:p>
          <a:endParaRPr lang="de-DE"/>
        </a:p>
      </dgm:t>
    </dgm:pt>
    <dgm:pt modelId="{01CF5791-A4B5-409C-9906-555F56ABD40D}">
      <dgm:prSet phldrT="[Text]"/>
      <dgm:spPr/>
      <dgm:t>
        <a:bodyPr/>
        <a:lstStyle/>
        <a:p>
          <a:r>
            <a:rPr lang="de-DE" dirty="0"/>
            <a:t>Beide Tools sind geeignet</a:t>
          </a:r>
        </a:p>
      </dgm:t>
    </dgm:pt>
    <dgm:pt modelId="{01805DD7-CE7B-4B94-AF2E-8ABD5F0717AB}" type="parTrans" cxnId="{89110FAB-CB88-4F58-8F35-5655792AE961}">
      <dgm:prSet/>
      <dgm:spPr/>
      <dgm:t>
        <a:bodyPr/>
        <a:lstStyle/>
        <a:p>
          <a:endParaRPr lang="de-DE"/>
        </a:p>
      </dgm:t>
    </dgm:pt>
    <dgm:pt modelId="{7AF1C285-6B28-4862-A926-E2877A0712BD}" type="sibTrans" cxnId="{89110FAB-CB88-4F58-8F35-5655792AE961}">
      <dgm:prSet/>
      <dgm:spPr/>
      <dgm:t>
        <a:bodyPr/>
        <a:lstStyle/>
        <a:p>
          <a:endParaRPr lang="de-DE"/>
        </a:p>
      </dgm:t>
    </dgm:pt>
    <dgm:pt modelId="{AFF56926-618E-44C9-AF3A-7C36F5C0F5A6}">
      <dgm:prSet phldrT="[Text]"/>
      <dgm:spPr/>
      <dgm:t>
        <a:bodyPr/>
        <a:lstStyle/>
        <a:p>
          <a:r>
            <a:rPr lang="de-DE" dirty="0"/>
            <a:t>Ausschlusskriterium für Sematext: Installation mit Docker </a:t>
          </a:r>
        </a:p>
      </dgm:t>
    </dgm:pt>
    <dgm:pt modelId="{D5E35AA8-66A4-455D-8324-D6E814D9B809}" type="parTrans" cxnId="{1A66907E-4E10-4DB2-A46E-2FF109B0C86D}">
      <dgm:prSet/>
      <dgm:spPr/>
      <dgm:t>
        <a:bodyPr/>
        <a:lstStyle/>
        <a:p>
          <a:endParaRPr lang="de-DE"/>
        </a:p>
      </dgm:t>
    </dgm:pt>
    <dgm:pt modelId="{62F846D4-70F7-4D9D-9A89-7B103FB3099D}" type="sibTrans" cxnId="{1A66907E-4E10-4DB2-A46E-2FF109B0C86D}">
      <dgm:prSet/>
      <dgm:spPr/>
      <dgm:t>
        <a:bodyPr/>
        <a:lstStyle/>
        <a:p>
          <a:endParaRPr lang="de-DE"/>
        </a:p>
      </dgm:t>
    </dgm:pt>
    <dgm:pt modelId="{E3069140-4E6B-4997-B93E-26CFB38D1445}">
      <dgm:prSet phldrT="[Text]"/>
      <dgm:spPr/>
      <dgm:t>
        <a:bodyPr/>
        <a:lstStyle/>
        <a:p>
          <a:r>
            <a:rPr lang="de-DE" dirty="0"/>
            <a:t>Kein Ausschlusskriterium vorhanden</a:t>
          </a:r>
        </a:p>
      </dgm:t>
    </dgm:pt>
    <dgm:pt modelId="{C6EA23FE-173B-4C6F-8D20-5D8BF7F46CAA}" type="parTrans" cxnId="{6F4BC00B-7D22-4AF6-8B00-A3A6F76C0903}">
      <dgm:prSet/>
      <dgm:spPr/>
      <dgm:t>
        <a:bodyPr/>
        <a:lstStyle/>
        <a:p>
          <a:endParaRPr lang="de-DE"/>
        </a:p>
      </dgm:t>
    </dgm:pt>
    <dgm:pt modelId="{1F606592-38FE-4059-A05B-15D374C9376C}" type="sibTrans" cxnId="{6F4BC00B-7D22-4AF6-8B00-A3A6F76C0903}">
      <dgm:prSet/>
      <dgm:spPr/>
      <dgm:t>
        <a:bodyPr/>
        <a:lstStyle/>
        <a:p>
          <a:endParaRPr lang="de-DE"/>
        </a:p>
      </dgm:t>
    </dgm:pt>
    <dgm:pt modelId="{DF71384A-1E75-491C-803D-B0E61D5DCF00}">
      <dgm:prSet phldrT="[Text]"/>
      <dgm:spPr/>
      <dgm:t>
        <a:bodyPr/>
        <a:lstStyle/>
        <a:p>
          <a:r>
            <a:rPr lang="de-DE" dirty="0"/>
            <a:t>Wegen dem Elastic Stack wird Logstash verwendet </a:t>
          </a:r>
        </a:p>
      </dgm:t>
    </dgm:pt>
    <dgm:pt modelId="{5F153F02-39CD-40E8-86CD-ACA872CD57E1}" type="parTrans" cxnId="{5953BC1E-6A7B-44B4-A552-800552FD1E3C}">
      <dgm:prSet/>
      <dgm:spPr/>
      <dgm:t>
        <a:bodyPr/>
        <a:lstStyle/>
        <a:p>
          <a:endParaRPr lang="de-DE"/>
        </a:p>
      </dgm:t>
    </dgm:pt>
    <dgm:pt modelId="{FD48EDD5-29F1-4128-8D49-17ED2FF4D938}" type="sibTrans" cxnId="{5953BC1E-6A7B-44B4-A552-800552FD1E3C}">
      <dgm:prSet/>
      <dgm:spPr/>
      <dgm:t>
        <a:bodyPr/>
        <a:lstStyle/>
        <a:p>
          <a:endParaRPr lang="de-DE"/>
        </a:p>
      </dgm:t>
    </dgm:pt>
    <dgm:pt modelId="{8077F056-03BA-47E2-B26A-708C076ECA85}" type="pres">
      <dgm:prSet presAssocID="{85D380DA-682D-4C6C-BBEF-069869C910C7}" presName="linear" presStyleCnt="0">
        <dgm:presLayoutVars>
          <dgm:dir/>
          <dgm:animLvl val="lvl"/>
          <dgm:resizeHandles val="exact"/>
        </dgm:presLayoutVars>
      </dgm:prSet>
      <dgm:spPr/>
    </dgm:pt>
    <dgm:pt modelId="{688E3056-F655-4295-9E2E-142F5BC225BE}" type="pres">
      <dgm:prSet presAssocID="{465EC1E7-46E0-4E96-AA88-94AB41754323}" presName="parentLin" presStyleCnt="0"/>
      <dgm:spPr/>
    </dgm:pt>
    <dgm:pt modelId="{C6C64B75-CB0E-4C64-BC64-4D3E05C29A5A}" type="pres">
      <dgm:prSet presAssocID="{465EC1E7-46E0-4E96-AA88-94AB41754323}" presName="parentLeftMargin" presStyleLbl="node1" presStyleIdx="0" presStyleCnt="3"/>
      <dgm:spPr/>
    </dgm:pt>
    <dgm:pt modelId="{E0D76806-759F-4DC0-ACDC-44A8AD213DA1}" type="pres">
      <dgm:prSet presAssocID="{465EC1E7-46E0-4E96-AA88-94AB4175432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1044E6-260F-46FF-A2BF-F835E27FB64A}" type="pres">
      <dgm:prSet presAssocID="{465EC1E7-46E0-4E96-AA88-94AB41754323}" presName="negativeSpace" presStyleCnt="0"/>
      <dgm:spPr/>
    </dgm:pt>
    <dgm:pt modelId="{9E3EDCC5-2861-49DA-AF8A-587D7FC0962D}" type="pres">
      <dgm:prSet presAssocID="{465EC1E7-46E0-4E96-AA88-94AB41754323}" presName="childText" presStyleLbl="conFgAcc1" presStyleIdx="0" presStyleCnt="3">
        <dgm:presLayoutVars>
          <dgm:bulletEnabled val="1"/>
        </dgm:presLayoutVars>
      </dgm:prSet>
      <dgm:spPr/>
    </dgm:pt>
    <dgm:pt modelId="{865D9BC4-E0B1-4254-B51C-753CAAA16B8D}" type="pres">
      <dgm:prSet presAssocID="{5B0F6D18-D205-4F71-A7E9-1FC0C3DEFC89}" presName="spaceBetweenRectangles" presStyleCnt="0"/>
      <dgm:spPr/>
    </dgm:pt>
    <dgm:pt modelId="{6AA121EE-C18A-41FE-A5AA-B1FFB22F928E}" type="pres">
      <dgm:prSet presAssocID="{4CE1D29E-45AD-4192-AF9E-38A900FFBAA0}" presName="parentLin" presStyleCnt="0"/>
      <dgm:spPr/>
    </dgm:pt>
    <dgm:pt modelId="{449696B2-E524-4873-8C4F-6324DBAFEE5A}" type="pres">
      <dgm:prSet presAssocID="{4CE1D29E-45AD-4192-AF9E-38A900FFBAA0}" presName="parentLeftMargin" presStyleLbl="node1" presStyleIdx="0" presStyleCnt="3"/>
      <dgm:spPr/>
    </dgm:pt>
    <dgm:pt modelId="{E9A077A3-3346-40E9-B82B-FAE873582F48}" type="pres">
      <dgm:prSet presAssocID="{4CE1D29E-45AD-4192-AF9E-38A900FFBAA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8E637D4-DC25-490B-8F83-D2247E690EF3}" type="pres">
      <dgm:prSet presAssocID="{4CE1D29E-45AD-4192-AF9E-38A900FFBAA0}" presName="negativeSpace" presStyleCnt="0"/>
      <dgm:spPr/>
    </dgm:pt>
    <dgm:pt modelId="{4062296E-E278-4764-BC7B-FA77F717CDE5}" type="pres">
      <dgm:prSet presAssocID="{4CE1D29E-45AD-4192-AF9E-38A900FFBAA0}" presName="childText" presStyleLbl="conFgAcc1" presStyleIdx="1" presStyleCnt="3">
        <dgm:presLayoutVars>
          <dgm:bulletEnabled val="1"/>
        </dgm:presLayoutVars>
      </dgm:prSet>
      <dgm:spPr/>
    </dgm:pt>
    <dgm:pt modelId="{54DD0257-FE94-4A0D-A397-69A2291EAFB1}" type="pres">
      <dgm:prSet presAssocID="{D5FC1829-FAD4-4E19-B2AD-4FDE74FE4D6F}" presName="spaceBetweenRectangles" presStyleCnt="0"/>
      <dgm:spPr/>
    </dgm:pt>
    <dgm:pt modelId="{2AD14C4A-1B8D-4A77-92AF-541ED697A1B9}" type="pres">
      <dgm:prSet presAssocID="{533036EB-8992-4667-80A3-6A5929544112}" presName="parentLin" presStyleCnt="0"/>
      <dgm:spPr/>
    </dgm:pt>
    <dgm:pt modelId="{4DE836AF-9267-492F-9897-D6912B46CFC7}" type="pres">
      <dgm:prSet presAssocID="{533036EB-8992-4667-80A3-6A5929544112}" presName="parentLeftMargin" presStyleLbl="node1" presStyleIdx="1" presStyleCnt="3"/>
      <dgm:spPr/>
    </dgm:pt>
    <dgm:pt modelId="{CB1E91C5-C9AE-4085-9043-A7BE5FCE5A64}" type="pres">
      <dgm:prSet presAssocID="{533036EB-8992-4667-80A3-6A5929544112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5E3CA7E-7BF8-4C2E-8D61-511808A405AC}" type="pres">
      <dgm:prSet presAssocID="{533036EB-8992-4667-80A3-6A5929544112}" presName="negativeSpace" presStyleCnt="0"/>
      <dgm:spPr/>
    </dgm:pt>
    <dgm:pt modelId="{BBAEB742-463B-4229-A658-5A7854F31693}" type="pres">
      <dgm:prSet presAssocID="{533036EB-8992-4667-80A3-6A5929544112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F4BC00B-7D22-4AF6-8B00-A3A6F76C0903}" srcId="{533036EB-8992-4667-80A3-6A5929544112}" destId="{E3069140-4E6B-4997-B93E-26CFB38D1445}" srcOrd="1" destOrd="0" parTransId="{C6EA23FE-173B-4C6F-8D20-5D8BF7F46CAA}" sibTransId="{1F606592-38FE-4059-A05B-15D374C9376C}"/>
    <dgm:cxn modelId="{FB019117-F114-40B5-A43A-F19003AB26AA}" type="presOf" srcId="{533036EB-8992-4667-80A3-6A5929544112}" destId="{CB1E91C5-C9AE-4085-9043-A7BE5FCE5A64}" srcOrd="1" destOrd="0" presId="urn:microsoft.com/office/officeart/2005/8/layout/list1"/>
    <dgm:cxn modelId="{58F7A61D-864F-4261-85A3-F5C3ADA610A8}" type="presOf" srcId="{465EC1E7-46E0-4E96-AA88-94AB41754323}" destId="{E0D76806-759F-4DC0-ACDC-44A8AD213DA1}" srcOrd="1" destOrd="0" presId="urn:microsoft.com/office/officeart/2005/8/layout/list1"/>
    <dgm:cxn modelId="{5953BC1E-6A7B-44B4-A552-800552FD1E3C}" srcId="{533036EB-8992-4667-80A3-6A5929544112}" destId="{DF71384A-1E75-491C-803D-B0E61D5DCF00}" srcOrd="2" destOrd="0" parTransId="{5F153F02-39CD-40E8-86CD-ACA872CD57E1}" sibTransId="{FD48EDD5-29F1-4128-8D49-17ED2FF4D938}"/>
    <dgm:cxn modelId="{F082171F-A3FB-495D-9C12-9F0BBF8AE7D8}" type="presOf" srcId="{533036EB-8992-4667-80A3-6A5929544112}" destId="{4DE836AF-9267-492F-9897-D6912B46CFC7}" srcOrd="0" destOrd="0" presId="urn:microsoft.com/office/officeart/2005/8/layout/list1"/>
    <dgm:cxn modelId="{8231D139-9885-4438-9FF7-21922B7432B9}" type="presOf" srcId="{86F46463-0FA0-4DD2-B8E7-C7451B8836BE}" destId="{BBAEB742-463B-4229-A658-5A7854F31693}" srcOrd="0" destOrd="0" presId="urn:microsoft.com/office/officeart/2005/8/layout/list1"/>
    <dgm:cxn modelId="{F2EEB944-AE8A-4E43-8E57-E27AAFE1D164}" type="presOf" srcId="{DA80131E-3C69-4188-9F40-451564517453}" destId="{9E3EDCC5-2861-49DA-AF8A-587D7FC0962D}" srcOrd="0" destOrd="0" presId="urn:microsoft.com/office/officeart/2005/8/layout/list1"/>
    <dgm:cxn modelId="{5A8BF86F-0ED6-4C6F-A8BF-D437B3A05BCC}" type="presOf" srcId="{4CE1D29E-45AD-4192-AF9E-38A900FFBAA0}" destId="{449696B2-E524-4873-8C4F-6324DBAFEE5A}" srcOrd="0" destOrd="0" presId="urn:microsoft.com/office/officeart/2005/8/layout/list1"/>
    <dgm:cxn modelId="{B5630B72-2792-4868-9893-3A36664BFEB4}" srcId="{465EC1E7-46E0-4E96-AA88-94AB41754323}" destId="{DA80131E-3C69-4188-9F40-451564517453}" srcOrd="0" destOrd="0" parTransId="{6B242C90-C137-49F5-BCF8-14F19E8063D9}" sibTransId="{8DF17B81-AD28-4FAE-9710-0809CE86CA80}"/>
    <dgm:cxn modelId="{55CBB17B-7264-4F99-A6D4-0994F17ED59F}" srcId="{85D380DA-682D-4C6C-BBEF-069869C910C7}" destId="{533036EB-8992-4667-80A3-6A5929544112}" srcOrd="2" destOrd="0" parTransId="{B86BB79F-1236-4881-A27E-8AD6111DCC71}" sibTransId="{99585B0E-2AAD-4958-998A-0CC0C0449B5E}"/>
    <dgm:cxn modelId="{1A66907E-4E10-4DB2-A46E-2FF109B0C86D}" srcId="{4CE1D29E-45AD-4192-AF9E-38A900FFBAA0}" destId="{AFF56926-618E-44C9-AF3A-7C36F5C0F5A6}" srcOrd="0" destOrd="0" parTransId="{D5E35AA8-66A4-455D-8324-D6E814D9B809}" sibTransId="{62F846D4-70F7-4D9D-9A89-7B103FB3099D}"/>
    <dgm:cxn modelId="{1B49BC7F-5A3F-41A4-AC32-26155A6C33BC}" type="presOf" srcId="{E3069140-4E6B-4997-B93E-26CFB38D1445}" destId="{BBAEB742-463B-4229-A658-5A7854F31693}" srcOrd="0" destOrd="1" presId="urn:microsoft.com/office/officeart/2005/8/layout/list1"/>
    <dgm:cxn modelId="{368D5582-888A-457F-B0B7-E0B1AB0FE6D5}" type="presOf" srcId="{4D02C849-06F3-428F-804E-B5EC783681F3}" destId="{9E3EDCC5-2861-49DA-AF8A-587D7FC0962D}" srcOrd="0" destOrd="2" presId="urn:microsoft.com/office/officeart/2005/8/layout/list1"/>
    <dgm:cxn modelId="{5AB74A9F-7C3A-4052-91E7-AF7C0CFF019C}" srcId="{533036EB-8992-4667-80A3-6A5929544112}" destId="{86F46463-0FA0-4DD2-B8E7-C7451B8836BE}" srcOrd="0" destOrd="0" parTransId="{604EA089-E98D-467E-9DDD-324A2E53C629}" sibTransId="{FA686946-E4B1-4F9F-B1C4-4C191043990C}"/>
    <dgm:cxn modelId="{89110FAB-CB88-4F58-8F35-5655792AE961}" srcId="{465EC1E7-46E0-4E96-AA88-94AB41754323}" destId="{01CF5791-A4B5-409C-9906-555F56ABD40D}" srcOrd="1" destOrd="0" parTransId="{01805DD7-CE7B-4B94-AF2E-8ABD5F0717AB}" sibTransId="{7AF1C285-6B28-4862-A926-E2877A0712BD}"/>
    <dgm:cxn modelId="{B14690B0-0555-4CEC-87D8-263F9AC4600D}" type="presOf" srcId="{4CE1D29E-45AD-4192-AF9E-38A900FFBAA0}" destId="{E9A077A3-3346-40E9-B82B-FAE873582F48}" srcOrd="1" destOrd="0" presId="urn:microsoft.com/office/officeart/2005/8/layout/list1"/>
    <dgm:cxn modelId="{2D2269BD-52F2-416F-8F4F-D8BE5F3C0AB2}" srcId="{465EC1E7-46E0-4E96-AA88-94AB41754323}" destId="{4D02C849-06F3-428F-804E-B5EC783681F3}" srcOrd="2" destOrd="0" parTransId="{59BA67EE-5C7A-4188-B5E6-E00C47D7423E}" sibTransId="{2546E23F-4584-4F3B-8B6F-82312E371897}"/>
    <dgm:cxn modelId="{95998ABF-7C1B-455E-90A6-6C4237C597B9}" type="presOf" srcId="{AFF56926-618E-44C9-AF3A-7C36F5C0F5A6}" destId="{4062296E-E278-4764-BC7B-FA77F717CDE5}" srcOrd="0" destOrd="0" presId="urn:microsoft.com/office/officeart/2005/8/layout/list1"/>
    <dgm:cxn modelId="{70BE90BF-7B4C-4444-9A3C-9CDB80D4533B}" srcId="{85D380DA-682D-4C6C-BBEF-069869C910C7}" destId="{4CE1D29E-45AD-4192-AF9E-38A900FFBAA0}" srcOrd="1" destOrd="0" parTransId="{015AAF9B-CF51-49E0-A459-97DCC5020419}" sibTransId="{D5FC1829-FAD4-4E19-B2AD-4FDE74FE4D6F}"/>
    <dgm:cxn modelId="{70060ACD-88FD-4694-8C38-78C1132DC779}" type="presOf" srcId="{465EC1E7-46E0-4E96-AA88-94AB41754323}" destId="{C6C64B75-CB0E-4C64-BC64-4D3E05C29A5A}" srcOrd="0" destOrd="0" presId="urn:microsoft.com/office/officeart/2005/8/layout/list1"/>
    <dgm:cxn modelId="{B8BE68DD-5BA0-48AC-A145-EE5206444403}" type="presOf" srcId="{DF71384A-1E75-491C-803D-B0E61D5DCF00}" destId="{BBAEB742-463B-4229-A658-5A7854F31693}" srcOrd="0" destOrd="2" presId="urn:microsoft.com/office/officeart/2005/8/layout/list1"/>
    <dgm:cxn modelId="{8CDEFFE6-D73B-4185-9511-510A57BBB551}" type="presOf" srcId="{85D380DA-682D-4C6C-BBEF-069869C910C7}" destId="{8077F056-03BA-47E2-B26A-708C076ECA85}" srcOrd="0" destOrd="0" presId="urn:microsoft.com/office/officeart/2005/8/layout/list1"/>
    <dgm:cxn modelId="{1C6CC1ED-7F07-4536-A8D2-C49E766163CC}" srcId="{85D380DA-682D-4C6C-BBEF-069869C910C7}" destId="{465EC1E7-46E0-4E96-AA88-94AB41754323}" srcOrd="0" destOrd="0" parTransId="{22A61DBC-3FD9-45F0-8BFB-F43DAB6453FC}" sibTransId="{5B0F6D18-D205-4F71-A7E9-1FC0C3DEFC89}"/>
    <dgm:cxn modelId="{DA5B4DFE-58E9-423C-A8CB-3E23B0BFCF44}" type="presOf" srcId="{01CF5791-A4B5-409C-9906-555F56ABD40D}" destId="{9E3EDCC5-2861-49DA-AF8A-587D7FC0962D}" srcOrd="0" destOrd="1" presId="urn:microsoft.com/office/officeart/2005/8/layout/list1"/>
    <dgm:cxn modelId="{2144CFC1-3CDC-4DD2-BD60-23EDC6C975CD}" type="presParOf" srcId="{8077F056-03BA-47E2-B26A-708C076ECA85}" destId="{688E3056-F655-4295-9E2E-142F5BC225BE}" srcOrd="0" destOrd="0" presId="urn:microsoft.com/office/officeart/2005/8/layout/list1"/>
    <dgm:cxn modelId="{4D37D75C-2E44-4B4C-8903-BD42260CECF1}" type="presParOf" srcId="{688E3056-F655-4295-9E2E-142F5BC225BE}" destId="{C6C64B75-CB0E-4C64-BC64-4D3E05C29A5A}" srcOrd="0" destOrd="0" presId="urn:microsoft.com/office/officeart/2005/8/layout/list1"/>
    <dgm:cxn modelId="{ED1A6B56-A6F2-4140-BD5E-90A9F655E3CC}" type="presParOf" srcId="{688E3056-F655-4295-9E2E-142F5BC225BE}" destId="{E0D76806-759F-4DC0-ACDC-44A8AD213DA1}" srcOrd="1" destOrd="0" presId="urn:microsoft.com/office/officeart/2005/8/layout/list1"/>
    <dgm:cxn modelId="{656F97A0-4D65-4516-B5E9-7B07D75E807C}" type="presParOf" srcId="{8077F056-03BA-47E2-B26A-708C076ECA85}" destId="{FF1044E6-260F-46FF-A2BF-F835E27FB64A}" srcOrd="1" destOrd="0" presId="urn:microsoft.com/office/officeart/2005/8/layout/list1"/>
    <dgm:cxn modelId="{54F36B08-59AC-4BD6-A6DD-4EC783C044EB}" type="presParOf" srcId="{8077F056-03BA-47E2-B26A-708C076ECA85}" destId="{9E3EDCC5-2861-49DA-AF8A-587D7FC0962D}" srcOrd="2" destOrd="0" presId="urn:microsoft.com/office/officeart/2005/8/layout/list1"/>
    <dgm:cxn modelId="{70D24E01-D5CD-4D96-B3E6-B24DB407415F}" type="presParOf" srcId="{8077F056-03BA-47E2-B26A-708C076ECA85}" destId="{865D9BC4-E0B1-4254-B51C-753CAAA16B8D}" srcOrd="3" destOrd="0" presId="urn:microsoft.com/office/officeart/2005/8/layout/list1"/>
    <dgm:cxn modelId="{881249E3-3828-4845-8A24-779256C62C94}" type="presParOf" srcId="{8077F056-03BA-47E2-B26A-708C076ECA85}" destId="{6AA121EE-C18A-41FE-A5AA-B1FFB22F928E}" srcOrd="4" destOrd="0" presId="urn:microsoft.com/office/officeart/2005/8/layout/list1"/>
    <dgm:cxn modelId="{38A1DA05-F0AF-4EDB-8DF1-BB06BB63E94F}" type="presParOf" srcId="{6AA121EE-C18A-41FE-A5AA-B1FFB22F928E}" destId="{449696B2-E524-4873-8C4F-6324DBAFEE5A}" srcOrd="0" destOrd="0" presId="urn:microsoft.com/office/officeart/2005/8/layout/list1"/>
    <dgm:cxn modelId="{48E893FC-2396-47B9-9E70-B029617A5291}" type="presParOf" srcId="{6AA121EE-C18A-41FE-A5AA-B1FFB22F928E}" destId="{E9A077A3-3346-40E9-B82B-FAE873582F48}" srcOrd="1" destOrd="0" presId="urn:microsoft.com/office/officeart/2005/8/layout/list1"/>
    <dgm:cxn modelId="{9E6BB1AB-9F03-4770-B993-2CC9DF6ADF13}" type="presParOf" srcId="{8077F056-03BA-47E2-B26A-708C076ECA85}" destId="{E8E637D4-DC25-490B-8F83-D2247E690EF3}" srcOrd="5" destOrd="0" presId="urn:microsoft.com/office/officeart/2005/8/layout/list1"/>
    <dgm:cxn modelId="{04AC641A-0583-4AB8-B8F7-6A96B49B5784}" type="presParOf" srcId="{8077F056-03BA-47E2-B26A-708C076ECA85}" destId="{4062296E-E278-4764-BC7B-FA77F717CDE5}" srcOrd="6" destOrd="0" presId="urn:microsoft.com/office/officeart/2005/8/layout/list1"/>
    <dgm:cxn modelId="{134845BD-A670-4992-B6B0-1BCFAA5D1DAA}" type="presParOf" srcId="{8077F056-03BA-47E2-B26A-708C076ECA85}" destId="{54DD0257-FE94-4A0D-A397-69A2291EAFB1}" srcOrd="7" destOrd="0" presId="urn:microsoft.com/office/officeart/2005/8/layout/list1"/>
    <dgm:cxn modelId="{7AFD939F-D78A-4967-A4A6-903E2E1F130D}" type="presParOf" srcId="{8077F056-03BA-47E2-B26A-708C076ECA85}" destId="{2AD14C4A-1B8D-4A77-92AF-541ED697A1B9}" srcOrd="8" destOrd="0" presId="urn:microsoft.com/office/officeart/2005/8/layout/list1"/>
    <dgm:cxn modelId="{5332D85B-0D32-4CDD-8926-D0C8D6138842}" type="presParOf" srcId="{2AD14C4A-1B8D-4A77-92AF-541ED697A1B9}" destId="{4DE836AF-9267-492F-9897-D6912B46CFC7}" srcOrd="0" destOrd="0" presId="urn:microsoft.com/office/officeart/2005/8/layout/list1"/>
    <dgm:cxn modelId="{1A91B6AC-3BE6-4F1B-85C1-A4C34E7A0122}" type="presParOf" srcId="{2AD14C4A-1B8D-4A77-92AF-541ED697A1B9}" destId="{CB1E91C5-C9AE-4085-9043-A7BE5FCE5A64}" srcOrd="1" destOrd="0" presId="urn:microsoft.com/office/officeart/2005/8/layout/list1"/>
    <dgm:cxn modelId="{8C87238E-6B0A-4DDB-87C9-AD6A9C086C75}" type="presParOf" srcId="{8077F056-03BA-47E2-B26A-708C076ECA85}" destId="{55E3CA7E-7BF8-4C2E-8D61-511808A405AC}" srcOrd="9" destOrd="0" presId="urn:microsoft.com/office/officeart/2005/8/layout/list1"/>
    <dgm:cxn modelId="{4DBB1C6B-42E3-4EA6-8D30-FAAF6003AFC7}" type="presParOf" srcId="{8077F056-03BA-47E2-B26A-708C076ECA85}" destId="{BBAEB742-463B-4229-A658-5A7854F31693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>
            <a:lumMod val="75000"/>
          </a:schemeClr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2C0A1E2-6834-4245-9925-750AFBCEFDAE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562BC38-288B-4ED4-89A9-37F5E78669BE}">
      <dgm:prSet phldrT="[Text]" custT="1"/>
      <dgm:spPr/>
      <dgm:t>
        <a:bodyPr/>
        <a:lstStyle/>
        <a:p>
          <a:r>
            <a:rPr lang="de-DE" sz="1600" dirty="0" err="1"/>
            <a:t>Red</a:t>
          </a:r>
          <a:r>
            <a:rPr lang="de-DE" sz="1600" dirty="0"/>
            <a:t> Hat</a:t>
          </a:r>
        </a:p>
      </dgm:t>
    </dgm:pt>
    <dgm:pt modelId="{1C59912F-0D15-4854-800B-6EC425894F10}" type="parTrans" cxnId="{3120A8EA-6C13-48B0-920C-F345DE503E24}">
      <dgm:prSet/>
      <dgm:spPr/>
      <dgm:t>
        <a:bodyPr/>
        <a:lstStyle/>
        <a:p>
          <a:endParaRPr lang="de-DE"/>
        </a:p>
      </dgm:t>
    </dgm:pt>
    <dgm:pt modelId="{4BC9802F-AF32-47DA-A852-238540A083CA}" type="sibTrans" cxnId="{3120A8EA-6C13-48B0-920C-F345DE503E24}">
      <dgm:prSet/>
      <dgm:spPr/>
      <dgm:t>
        <a:bodyPr/>
        <a:lstStyle/>
        <a:p>
          <a:endParaRPr lang="de-DE"/>
        </a:p>
      </dgm:t>
    </dgm:pt>
    <dgm:pt modelId="{9C8F37AD-6460-40A5-884E-089173A3E51D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Port 9200 öffnen</a:t>
          </a:r>
        </a:p>
      </dgm:t>
    </dgm:pt>
    <dgm:pt modelId="{62325D2A-3575-4F95-B19F-4C3A563D7C41}" type="parTrans" cxnId="{2DFC143D-2087-42E0-8863-539637B0701B}">
      <dgm:prSet/>
      <dgm:spPr/>
      <dgm:t>
        <a:bodyPr/>
        <a:lstStyle/>
        <a:p>
          <a:endParaRPr lang="de-DE"/>
        </a:p>
      </dgm:t>
    </dgm:pt>
    <dgm:pt modelId="{F00C3B13-BEFB-4E71-8BEF-C0931BB55958}" type="sibTrans" cxnId="{2DFC143D-2087-42E0-8863-539637B0701B}">
      <dgm:prSet/>
      <dgm:spPr/>
      <dgm:t>
        <a:bodyPr/>
        <a:lstStyle/>
        <a:p>
          <a:endParaRPr lang="de-DE"/>
        </a:p>
      </dgm:t>
    </dgm:pt>
    <dgm:pt modelId="{1854E806-4F40-4DDF-9AB8-A8F2769D61BD}">
      <dgm:prSet phldrT="[Text]" custT="1"/>
      <dgm:spPr/>
      <dgm:t>
        <a:bodyPr/>
        <a:lstStyle/>
        <a:p>
          <a:r>
            <a:rPr lang="de-DE" sz="1600" dirty="0"/>
            <a:t>Elasticsearch</a:t>
          </a:r>
        </a:p>
      </dgm:t>
    </dgm:pt>
    <dgm:pt modelId="{D4393CEC-F369-44D6-B1B0-D854DA4BF0A7}" type="parTrans" cxnId="{CC24E0CB-4634-4E65-8936-913D2CCFF59A}">
      <dgm:prSet/>
      <dgm:spPr/>
      <dgm:t>
        <a:bodyPr/>
        <a:lstStyle/>
        <a:p>
          <a:endParaRPr lang="de-DE"/>
        </a:p>
      </dgm:t>
    </dgm:pt>
    <dgm:pt modelId="{BB01FEBB-2B47-4D3D-9BBD-7A488DADD752}" type="sibTrans" cxnId="{CC24E0CB-4634-4E65-8936-913D2CCFF59A}">
      <dgm:prSet/>
      <dgm:spPr/>
      <dgm:t>
        <a:bodyPr/>
        <a:lstStyle/>
        <a:p>
          <a:endParaRPr lang="de-DE"/>
        </a:p>
      </dgm:t>
    </dgm:pt>
    <dgm:pt modelId="{0B52E1AB-2DC4-45B4-AEEF-A300AA6B6B55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Installation der Basic-Version</a:t>
          </a:r>
        </a:p>
      </dgm:t>
    </dgm:pt>
    <dgm:pt modelId="{3DB58874-DD48-4473-9726-B79E9C29D654}" type="parTrans" cxnId="{9C4793E5-78CB-403C-85F6-4043DB5E1919}">
      <dgm:prSet/>
      <dgm:spPr/>
      <dgm:t>
        <a:bodyPr/>
        <a:lstStyle/>
        <a:p>
          <a:endParaRPr lang="de-DE"/>
        </a:p>
      </dgm:t>
    </dgm:pt>
    <dgm:pt modelId="{CD191551-FBB4-40E4-8C45-A96EEFB9F89E}" type="sibTrans" cxnId="{9C4793E5-78CB-403C-85F6-4043DB5E1919}">
      <dgm:prSet/>
      <dgm:spPr/>
      <dgm:t>
        <a:bodyPr/>
        <a:lstStyle/>
        <a:p>
          <a:endParaRPr lang="de-DE"/>
        </a:p>
      </dgm:t>
    </dgm:pt>
    <dgm:pt modelId="{5F6B5358-F730-489D-9DAC-0D7A8A3E1D06}">
      <dgm:prSet phldrT="[Text]" custT="1"/>
      <dgm:spPr/>
      <dgm:t>
        <a:bodyPr/>
        <a:lstStyle/>
        <a:p>
          <a:r>
            <a:rPr lang="de-DE" sz="1600" dirty="0" err="1"/>
            <a:t>Kibana</a:t>
          </a:r>
          <a:endParaRPr lang="de-DE" sz="1600" dirty="0"/>
        </a:p>
      </dgm:t>
    </dgm:pt>
    <dgm:pt modelId="{145737EE-47D1-4A63-97B9-D8011D80441D}" type="parTrans" cxnId="{45B97A7F-403F-494F-831C-C2042DF88225}">
      <dgm:prSet/>
      <dgm:spPr/>
      <dgm:t>
        <a:bodyPr/>
        <a:lstStyle/>
        <a:p>
          <a:endParaRPr lang="de-DE"/>
        </a:p>
      </dgm:t>
    </dgm:pt>
    <dgm:pt modelId="{04E02087-E693-451E-881F-A0345D668C86}" type="sibTrans" cxnId="{45B97A7F-403F-494F-831C-C2042DF88225}">
      <dgm:prSet/>
      <dgm:spPr/>
      <dgm:t>
        <a:bodyPr/>
        <a:lstStyle/>
        <a:p>
          <a:endParaRPr lang="de-DE"/>
        </a:p>
      </dgm:t>
    </dgm:pt>
    <dgm:pt modelId="{6D7B9F7C-E77A-40F5-A1D6-330F25E05ED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Installation wie Elasticsearch</a:t>
          </a:r>
        </a:p>
      </dgm:t>
    </dgm:pt>
    <dgm:pt modelId="{6EE72812-FCD7-44E3-895C-35835F64178F}" type="parTrans" cxnId="{DF389C05-4DAF-4EDA-90F9-4DD1E389BD88}">
      <dgm:prSet/>
      <dgm:spPr/>
      <dgm:t>
        <a:bodyPr/>
        <a:lstStyle/>
        <a:p>
          <a:endParaRPr lang="de-DE"/>
        </a:p>
      </dgm:t>
    </dgm:pt>
    <dgm:pt modelId="{55B0A174-732E-4824-A145-51DAB0301AE1}" type="sibTrans" cxnId="{DF389C05-4DAF-4EDA-90F9-4DD1E389BD88}">
      <dgm:prSet/>
      <dgm:spPr/>
      <dgm:t>
        <a:bodyPr/>
        <a:lstStyle/>
        <a:p>
          <a:endParaRPr lang="de-DE"/>
        </a:p>
      </dgm:t>
    </dgm:pt>
    <dgm:pt modelId="{826D6DDE-5077-46D0-8D0C-E1A791474BA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Port 5601 Öffnen</a:t>
          </a:r>
        </a:p>
      </dgm:t>
    </dgm:pt>
    <dgm:pt modelId="{D58861D6-B17F-4758-AF39-05B2AF6CB2C3}" type="parTrans" cxnId="{2A496872-6A4F-4A1E-9F4A-2AAB2E5256D1}">
      <dgm:prSet/>
      <dgm:spPr/>
      <dgm:t>
        <a:bodyPr/>
        <a:lstStyle/>
        <a:p>
          <a:endParaRPr lang="de-DE"/>
        </a:p>
      </dgm:t>
    </dgm:pt>
    <dgm:pt modelId="{EE04B2C1-DADA-4351-8463-68AABB96CB26}" type="sibTrans" cxnId="{2A496872-6A4F-4A1E-9F4A-2AAB2E5256D1}">
      <dgm:prSet/>
      <dgm:spPr/>
      <dgm:t>
        <a:bodyPr/>
        <a:lstStyle/>
        <a:p>
          <a:endParaRPr lang="de-DE"/>
        </a:p>
      </dgm:t>
    </dgm:pt>
    <dgm:pt modelId="{AF7FDE50-DB86-4F2D-8B44-7A4BD618118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Manuelles Herunterladen der RPM-Pakete</a:t>
          </a:r>
        </a:p>
      </dgm:t>
    </dgm:pt>
    <dgm:pt modelId="{9BBD19E3-30B4-46CF-90AA-9A111B4BCDF2}" type="parTrans" cxnId="{FEFD4EC5-CFC0-48B4-BB9D-15A1A3AF269C}">
      <dgm:prSet/>
      <dgm:spPr/>
      <dgm:t>
        <a:bodyPr/>
        <a:lstStyle/>
        <a:p>
          <a:endParaRPr lang="de-DE"/>
        </a:p>
      </dgm:t>
    </dgm:pt>
    <dgm:pt modelId="{1EBD6D61-FD13-48D3-B49A-7AD928F6D4F4}" type="sibTrans" cxnId="{FEFD4EC5-CFC0-48B4-BB9D-15A1A3AF269C}">
      <dgm:prSet/>
      <dgm:spPr/>
      <dgm:t>
        <a:bodyPr/>
        <a:lstStyle/>
        <a:p>
          <a:endParaRPr lang="de-DE"/>
        </a:p>
      </dgm:t>
    </dgm:pt>
    <dgm:pt modelId="{9DC3C123-073E-4A27-B687-2F8223F286D0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IP-Adresse eintragen </a:t>
          </a:r>
        </a:p>
      </dgm:t>
    </dgm:pt>
    <dgm:pt modelId="{8C2F2977-D6A0-46AA-8DAB-644BA94FD8C9}" type="parTrans" cxnId="{0C407181-E37A-4D11-9D07-A0FE93830BC2}">
      <dgm:prSet/>
      <dgm:spPr/>
      <dgm:t>
        <a:bodyPr/>
        <a:lstStyle/>
        <a:p>
          <a:endParaRPr lang="de-DE"/>
        </a:p>
      </dgm:t>
    </dgm:pt>
    <dgm:pt modelId="{F67BA988-E143-4E0F-9FC6-E2BC30384ECB}" type="sibTrans" cxnId="{0C407181-E37A-4D11-9D07-A0FE93830BC2}">
      <dgm:prSet/>
      <dgm:spPr/>
      <dgm:t>
        <a:bodyPr/>
        <a:lstStyle/>
        <a:p>
          <a:endParaRPr lang="de-DE"/>
        </a:p>
      </dgm:t>
    </dgm:pt>
    <dgm:pt modelId="{D578ECA1-042E-4F94-ABCC-706B8AD674AD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Index Pattern:</a:t>
          </a:r>
        </a:p>
      </dgm:t>
    </dgm:pt>
    <dgm:pt modelId="{5348DACE-4828-40A3-8370-CE36F1F1242C}" type="parTrans" cxnId="{D032A67A-5A71-43B6-A90C-152136DBDE6B}">
      <dgm:prSet/>
      <dgm:spPr/>
      <dgm:t>
        <a:bodyPr/>
        <a:lstStyle/>
        <a:p>
          <a:endParaRPr lang="de-DE"/>
        </a:p>
      </dgm:t>
    </dgm:pt>
    <dgm:pt modelId="{65294AB7-D982-4C46-BE97-FAB032C4FC23}" type="sibTrans" cxnId="{D032A67A-5A71-43B6-A90C-152136DBDE6B}">
      <dgm:prSet/>
      <dgm:spPr/>
      <dgm:t>
        <a:bodyPr/>
        <a:lstStyle/>
        <a:p>
          <a:endParaRPr lang="de-DE"/>
        </a:p>
      </dgm:t>
    </dgm:pt>
    <dgm:pt modelId="{B319BEAB-6E53-4D61-8B30-C30C364073A6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 err="1"/>
            <a:t>prod</a:t>
          </a:r>
          <a:r>
            <a:rPr lang="de-DE" dirty="0"/>
            <a:t>-*</a:t>
          </a:r>
        </a:p>
      </dgm:t>
    </dgm:pt>
    <dgm:pt modelId="{2B75950E-000F-4CA7-B56F-9D7EB0E0CD43}" type="parTrans" cxnId="{33E4D92B-0B2A-4465-9C94-78B806D90956}">
      <dgm:prSet/>
      <dgm:spPr/>
      <dgm:t>
        <a:bodyPr/>
        <a:lstStyle/>
        <a:p>
          <a:endParaRPr lang="de-DE"/>
        </a:p>
      </dgm:t>
    </dgm:pt>
    <dgm:pt modelId="{D5E9B4B0-F052-40AC-A2DA-81E45114E3CD}" type="sibTrans" cxnId="{33E4D92B-0B2A-4465-9C94-78B806D90956}">
      <dgm:prSet/>
      <dgm:spPr/>
      <dgm:t>
        <a:bodyPr/>
        <a:lstStyle/>
        <a:p>
          <a:endParaRPr lang="de-DE"/>
        </a:p>
      </dgm:t>
    </dgm:pt>
    <dgm:pt modelId="{9F3F4E35-8E58-4F59-89BA-13FEEACCD7BF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IP-Adresse eintragen</a:t>
          </a:r>
        </a:p>
      </dgm:t>
    </dgm:pt>
    <dgm:pt modelId="{E72A4027-0395-4FC4-850B-28E69D4A675D}" type="parTrans" cxnId="{F7C462B2-4C9C-4FD3-BFB6-8F9244D7B829}">
      <dgm:prSet/>
      <dgm:spPr/>
      <dgm:t>
        <a:bodyPr/>
        <a:lstStyle/>
        <a:p>
          <a:endParaRPr lang="de-DE"/>
        </a:p>
      </dgm:t>
    </dgm:pt>
    <dgm:pt modelId="{B579AF62-7ACF-4DFA-AF08-C3DB3351BD1A}" type="sibTrans" cxnId="{F7C462B2-4C9C-4FD3-BFB6-8F9244D7B829}">
      <dgm:prSet/>
      <dgm:spPr/>
      <dgm:t>
        <a:bodyPr/>
        <a:lstStyle/>
        <a:p>
          <a:endParaRPr lang="de-DE"/>
        </a:p>
      </dgm:t>
    </dgm:pt>
    <dgm:pt modelId="{80E77189-33F0-4D99-A6D7-690CA16BE92E}">
      <dgm:prSet phldrT="[Text]" custT="1"/>
      <dgm:spPr/>
      <dgm:t>
        <a:bodyPr/>
        <a:lstStyle/>
        <a:p>
          <a:r>
            <a:rPr lang="de-DE" sz="1600" dirty="0" err="1"/>
            <a:t>Logstash</a:t>
          </a:r>
          <a:endParaRPr lang="de-DE" sz="1600" dirty="0"/>
        </a:p>
      </dgm:t>
    </dgm:pt>
    <dgm:pt modelId="{0B47B257-82D5-497F-B22D-0FABD01B15B9}" type="parTrans" cxnId="{CDC48C30-17EA-4F9C-B3B4-5A72F5E54192}">
      <dgm:prSet/>
      <dgm:spPr/>
      <dgm:t>
        <a:bodyPr/>
        <a:lstStyle/>
        <a:p>
          <a:endParaRPr lang="de-DE"/>
        </a:p>
      </dgm:t>
    </dgm:pt>
    <dgm:pt modelId="{12EAFCC8-7289-4656-8DC9-9258E4656106}" type="sibTrans" cxnId="{CDC48C30-17EA-4F9C-B3B4-5A72F5E54192}">
      <dgm:prSet/>
      <dgm:spPr/>
      <dgm:t>
        <a:bodyPr/>
        <a:lstStyle/>
        <a:p>
          <a:endParaRPr lang="de-DE"/>
        </a:p>
      </dgm:t>
    </dgm:pt>
    <dgm:pt modelId="{ACD7BBC2-FC3B-4C6B-887D-7F033B259FF2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Nicht Notwendig</a:t>
          </a:r>
        </a:p>
      </dgm:t>
    </dgm:pt>
    <dgm:pt modelId="{6D21A9D2-AD32-45A4-B44B-BF770D1C9CAD}" type="parTrans" cxnId="{DCC90BBE-C5BE-40F6-AFB6-194B0A4A94E5}">
      <dgm:prSet/>
      <dgm:spPr/>
      <dgm:t>
        <a:bodyPr/>
        <a:lstStyle/>
        <a:p>
          <a:endParaRPr lang="de-DE"/>
        </a:p>
      </dgm:t>
    </dgm:pt>
    <dgm:pt modelId="{B670B6DE-D7F8-49AC-A2A3-65A4189B5B06}" type="sibTrans" cxnId="{DCC90BBE-C5BE-40F6-AFB6-194B0A4A94E5}">
      <dgm:prSet/>
      <dgm:spPr/>
      <dgm:t>
        <a:bodyPr/>
        <a:lstStyle/>
        <a:p>
          <a:endParaRPr lang="de-DE"/>
        </a:p>
      </dgm:t>
    </dgm:pt>
    <dgm:pt modelId="{10FDACEA-C3AF-45E8-9998-DF93F8E5061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 err="1"/>
            <a:t>Logging</a:t>
          </a:r>
          <a:r>
            <a:rPr lang="de-DE" dirty="0"/>
            <a:t>-Richtlinien</a:t>
          </a:r>
        </a:p>
      </dgm:t>
    </dgm:pt>
    <dgm:pt modelId="{64B35862-A142-4CDA-8D47-74044A5FBCEF}" type="parTrans" cxnId="{2F19C25B-7240-4D40-8B1E-59CD83CD4841}">
      <dgm:prSet/>
      <dgm:spPr/>
      <dgm:t>
        <a:bodyPr/>
        <a:lstStyle/>
        <a:p>
          <a:endParaRPr lang="de-DE"/>
        </a:p>
      </dgm:t>
    </dgm:pt>
    <dgm:pt modelId="{93DC363B-00B5-412E-B3B5-D0ADA8FAC2C9}" type="sibTrans" cxnId="{2F19C25B-7240-4D40-8B1E-59CD83CD4841}">
      <dgm:prSet/>
      <dgm:spPr/>
      <dgm:t>
        <a:bodyPr/>
        <a:lstStyle/>
        <a:p>
          <a:endParaRPr lang="de-DE"/>
        </a:p>
      </dgm:t>
    </dgm:pt>
    <dgm:pt modelId="{83966B30-B8AA-4995-9286-7E7D262CD3AB}">
      <dgm:prSet phldrT="[Text]"/>
      <dgm:spPr/>
      <dgm:t>
        <a:bodyPr/>
        <a:lstStyle/>
        <a:p>
          <a:pPr>
            <a:spcAft>
              <a:spcPct val="15000"/>
            </a:spcAft>
          </a:pPr>
          <a:endParaRPr lang="de-DE" dirty="0"/>
        </a:p>
      </dgm:t>
    </dgm:pt>
    <dgm:pt modelId="{B837722D-A004-4CA0-97CE-CE4198C85E24}" type="parTrans" cxnId="{B391DB26-7A6A-45F8-9244-281E02C65E6F}">
      <dgm:prSet/>
      <dgm:spPr/>
      <dgm:t>
        <a:bodyPr/>
        <a:lstStyle/>
        <a:p>
          <a:endParaRPr lang="de-DE"/>
        </a:p>
      </dgm:t>
    </dgm:pt>
    <dgm:pt modelId="{29970B81-0950-4210-B54E-D23FF4853875}" type="sibTrans" cxnId="{B391DB26-7A6A-45F8-9244-281E02C65E6F}">
      <dgm:prSet/>
      <dgm:spPr/>
      <dgm:t>
        <a:bodyPr/>
        <a:lstStyle/>
        <a:p>
          <a:endParaRPr lang="de-DE"/>
        </a:p>
      </dgm:t>
    </dgm:pt>
    <dgm:pt modelId="{61DE4730-67C6-4B17-8801-7DB32584B0B1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Keine Verbindung zum Internet</a:t>
          </a:r>
        </a:p>
      </dgm:t>
    </dgm:pt>
    <dgm:pt modelId="{4E4B23D3-BE4F-44AC-AAC2-965B899E6E06}" type="parTrans" cxnId="{368F6CD1-F16A-4EED-94F3-6571D9AE79F5}">
      <dgm:prSet/>
      <dgm:spPr/>
      <dgm:t>
        <a:bodyPr/>
        <a:lstStyle/>
        <a:p>
          <a:endParaRPr lang="de-DE"/>
        </a:p>
      </dgm:t>
    </dgm:pt>
    <dgm:pt modelId="{ABC0C4D5-6023-4D49-A81A-60534A307ED7}" type="sibTrans" cxnId="{368F6CD1-F16A-4EED-94F3-6571D9AE79F5}">
      <dgm:prSet/>
      <dgm:spPr/>
      <dgm:t>
        <a:bodyPr/>
        <a:lstStyle/>
        <a:p>
          <a:endParaRPr lang="de-DE"/>
        </a:p>
      </dgm:t>
    </dgm:pt>
    <dgm:pt modelId="{7A147D04-5E72-420C-A5C4-D77393736BC0}" type="pres">
      <dgm:prSet presAssocID="{F2C0A1E2-6834-4245-9925-750AFBCEFDAE}" presName="linearFlow" presStyleCnt="0">
        <dgm:presLayoutVars>
          <dgm:dir/>
          <dgm:animLvl val="lvl"/>
          <dgm:resizeHandles val="exact"/>
        </dgm:presLayoutVars>
      </dgm:prSet>
      <dgm:spPr/>
    </dgm:pt>
    <dgm:pt modelId="{42A43A69-20C6-4172-B3C4-A401E7D2A054}" type="pres">
      <dgm:prSet presAssocID="{4562BC38-288B-4ED4-89A9-37F5E78669BE}" presName="composite" presStyleCnt="0"/>
      <dgm:spPr/>
    </dgm:pt>
    <dgm:pt modelId="{9A102606-5834-4043-971F-72416D9F341B}" type="pres">
      <dgm:prSet presAssocID="{4562BC38-288B-4ED4-89A9-37F5E78669BE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200B6CB5-F5E6-4BE8-A862-63657AA4B439}" type="pres">
      <dgm:prSet presAssocID="{4562BC38-288B-4ED4-89A9-37F5E78669BE}" presName="parSh" presStyleLbl="node1" presStyleIdx="0" presStyleCnt="4"/>
      <dgm:spPr/>
    </dgm:pt>
    <dgm:pt modelId="{4E707D7B-1445-4C41-9C41-D963ECD1A2DE}" type="pres">
      <dgm:prSet presAssocID="{4562BC38-288B-4ED4-89A9-37F5E78669BE}" presName="desTx" presStyleLbl="fgAcc1" presStyleIdx="0" presStyleCnt="4">
        <dgm:presLayoutVars>
          <dgm:bulletEnabled val="1"/>
        </dgm:presLayoutVars>
      </dgm:prSet>
      <dgm:spPr/>
    </dgm:pt>
    <dgm:pt modelId="{9B5AB16D-CF71-4B11-AC91-26D4ABD53398}" type="pres">
      <dgm:prSet presAssocID="{4BC9802F-AF32-47DA-A852-238540A083CA}" presName="sibTrans" presStyleLbl="sibTrans2D1" presStyleIdx="0" presStyleCnt="3"/>
      <dgm:spPr/>
    </dgm:pt>
    <dgm:pt modelId="{CFACB4AE-B8E4-4737-B0A7-794F011F685A}" type="pres">
      <dgm:prSet presAssocID="{4BC9802F-AF32-47DA-A852-238540A083CA}" presName="connTx" presStyleLbl="sibTrans2D1" presStyleIdx="0" presStyleCnt="3"/>
      <dgm:spPr/>
    </dgm:pt>
    <dgm:pt modelId="{3F189386-443F-495F-AE09-2BA113561696}" type="pres">
      <dgm:prSet presAssocID="{1854E806-4F40-4DDF-9AB8-A8F2769D61BD}" presName="composite" presStyleCnt="0"/>
      <dgm:spPr/>
    </dgm:pt>
    <dgm:pt modelId="{FF7D5820-DBF0-49F2-9B12-E512A729D86F}" type="pres">
      <dgm:prSet presAssocID="{1854E806-4F40-4DDF-9AB8-A8F2769D61BD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F4AB6FE-6595-412D-AE57-25CE4ACA8A54}" type="pres">
      <dgm:prSet presAssocID="{1854E806-4F40-4DDF-9AB8-A8F2769D61BD}" presName="parSh" presStyleLbl="node1" presStyleIdx="1" presStyleCnt="4" custScaleX="108200"/>
      <dgm:spPr/>
    </dgm:pt>
    <dgm:pt modelId="{9313F1D8-C4F2-4603-8626-DF151C12BF80}" type="pres">
      <dgm:prSet presAssocID="{1854E806-4F40-4DDF-9AB8-A8F2769D61BD}" presName="desTx" presStyleLbl="fgAcc1" presStyleIdx="1" presStyleCnt="4">
        <dgm:presLayoutVars>
          <dgm:bulletEnabled val="1"/>
        </dgm:presLayoutVars>
      </dgm:prSet>
      <dgm:spPr/>
    </dgm:pt>
    <dgm:pt modelId="{67E1388B-0362-450D-B4E3-A5AF96E44B30}" type="pres">
      <dgm:prSet presAssocID="{BB01FEBB-2B47-4D3D-9BBD-7A488DADD752}" presName="sibTrans" presStyleLbl="sibTrans2D1" presStyleIdx="1" presStyleCnt="3"/>
      <dgm:spPr/>
    </dgm:pt>
    <dgm:pt modelId="{A945A4B2-45DA-452B-B9E9-92A6DA79CFFA}" type="pres">
      <dgm:prSet presAssocID="{BB01FEBB-2B47-4D3D-9BBD-7A488DADD752}" presName="connTx" presStyleLbl="sibTrans2D1" presStyleIdx="1" presStyleCnt="3"/>
      <dgm:spPr/>
    </dgm:pt>
    <dgm:pt modelId="{1C49DB14-5167-43D4-9EF7-7A230CC433F3}" type="pres">
      <dgm:prSet presAssocID="{5F6B5358-F730-489D-9DAC-0D7A8A3E1D06}" presName="composite" presStyleCnt="0"/>
      <dgm:spPr/>
    </dgm:pt>
    <dgm:pt modelId="{87F948DD-75ED-4188-9422-20439DBAF6EA}" type="pres">
      <dgm:prSet presAssocID="{5F6B5358-F730-489D-9DAC-0D7A8A3E1D06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213CBDC-EFCC-47E0-8385-A88D1FDDDDE4}" type="pres">
      <dgm:prSet presAssocID="{5F6B5358-F730-489D-9DAC-0D7A8A3E1D06}" presName="parSh" presStyleLbl="node1" presStyleIdx="2" presStyleCnt="4"/>
      <dgm:spPr/>
    </dgm:pt>
    <dgm:pt modelId="{84E64D32-2516-40B6-A411-8C6AD07AA3D3}" type="pres">
      <dgm:prSet presAssocID="{5F6B5358-F730-489D-9DAC-0D7A8A3E1D06}" presName="desTx" presStyleLbl="fgAcc1" presStyleIdx="2" presStyleCnt="4">
        <dgm:presLayoutVars>
          <dgm:bulletEnabled val="1"/>
        </dgm:presLayoutVars>
      </dgm:prSet>
      <dgm:spPr/>
    </dgm:pt>
    <dgm:pt modelId="{03B019C7-702B-4D3D-9B2F-A4EC910FC263}" type="pres">
      <dgm:prSet presAssocID="{04E02087-E693-451E-881F-A0345D668C86}" presName="sibTrans" presStyleLbl="sibTrans2D1" presStyleIdx="2" presStyleCnt="3"/>
      <dgm:spPr/>
    </dgm:pt>
    <dgm:pt modelId="{62BA2E27-4338-46F4-89BE-704AA3F7EAFC}" type="pres">
      <dgm:prSet presAssocID="{04E02087-E693-451E-881F-A0345D668C86}" presName="connTx" presStyleLbl="sibTrans2D1" presStyleIdx="2" presStyleCnt="3"/>
      <dgm:spPr/>
    </dgm:pt>
    <dgm:pt modelId="{32E8C755-DBD4-4842-9D9F-339892F8051C}" type="pres">
      <dgm:prSet presAssocID="{80E77189-33F0-4D99-A6D7-690CA16BE92E}" presName="composite" presStyleCnt="0"/>
      <dgm:spPr/>
    </dgm:pt>
    <dgm:pt modelId="{3882026B-6C1B-42A9-9A10-D476F6566BAA}" type="pres">
      <dgm:prSet presAssocID="{80E77189-33F0-4D99-A6D7-690CA16BE92E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3F8B97B-0969-4D5D-8D14-D84A5E5E2837}" type="pres">
      <dgm:prSet presAssocID="{80E77189-33F0-4D99-A6D7-690CA16BE92E}" presName="parSh" presStyleLbl="node1" presStyleIdx="3" presStyleCnt="4"/>
      <dgm:spPr/>
    </dgm:pt>
    <dgm:pt modelId="{D22F610A-ADC7-466E-908F-061431EFDC48}" type="pres">
      <dgm:prSet presAssocID="{80E77189-33F0-4D99-A6D7-690CA16BE92E}" presName="desTx" presStyleLbl="fgAcc1" presStyleIdx="3" presStyleCnt="4">
        <dgm:presLayoutVars>
          <dgm:bulletEnabled val="1"/>
        </dgm:presLayoutVars>
      </dgm:prSet>
      <dgm:spPr/>
    </dgm:pt>
  </dgm:ptLst>
  <dgm:cxnLst>
    <dgm:cxn modelId="{DF389C05-4DAF-4EDA-90F9-4DD1E389BD88}" srcId="{5F6B5358-F730-489D-9DAC-0D7A8A3E1D06}" destId="{6D7B9F7C-E77A-40F5-A1D6-330F25E05ED8}" srcOrd="0" destOrd="0" parTransId="{6EE72812-FCD7-44E3-895C-35835F64178F}" sibTransId="{55B0A174-732E-4824-A145-51DAB0301AE1}"/>
    <dgm:cxn modelId="{52E19E06-11C0-40E9-A8E5-5CEF6C7F0E96}" type="presOf" srcId="{80E77189-33F0-4D99-A6D7-690CA16BE92E}" destId="{F3F8B97B-0969-4D5D-8D14-D84A5E5E2837}" srcOrd="1" destOrd="0" presId="urn:microsoft.com/office/officeart/2005/8/layout/process3"/>
    <dgm:cxn modelId="{0DCE9408-B419-4400-840B-49581F3B9199}" type="presOf" srcId="{9F3F4E35-8E58-4F59-89BA-13FEEACCD7BF}" destId="{84E64D32-2516-40B6-A411-8C6AD07AA3D3}" srcOrd="0" destOrd="3" presId="urn:microsoft.com/office/officeart/2005/8/layout/process3"/>
    <dgm:cxn modelId="{50CF5C16-DBE1-4860-97C0-43F74E3E8051}" type="presOf" srcId="{5F6B5358-F730-489D-9DAC-0D7A8A3E1D06}" destId="{87F948DD-75ED-4188-9422-20439DBAF6EA}" srcOrd="0" destOrd="0" presId="urn:microsoft.com/office/officeart/2005/8/layout/process3"/>
    <dgm:cxn modelId="{C7336B21-F39C-4560-B030-66D433CC8A92}" type="presOf" srcId="{61DE4730-67C6-4B17-8801-7DB32584B0B1}" destId="{4E707D7B-1445-4C41-9C41-D963ECD1A2DE}" srcOrd="0" destOrd="0" presId="urn:microsoft.com/office/officeart/2005/8/layout/process3"/>
    <dgm:cxn modelId="{B391DB26-7A6A-45F8-9244-281E02C65E6F}" srcId="{4562BC38-288B-4ED4-89A9-37F5E78669BE}" destId="{83966B30-B8AA-4995-9286-7E7D262CD3AB}" srcOrd="3" destOrd="0" parTransId="{B837722D-A004-4CA0-97CE-CE4198C85E24}" sibTransId="{29970B81-0950-4210-B54E-D23FF4853875}"/>
    <dgm:cxn modelId="{FD391E29-616F-4A10-9CBC-FD4BF3890FE4}" type="presOf" srcId="{4BC9802F-AF32-47DA-A852-238540A083CA}" destId="{9B5AB16D-CF71-4B11-AC91-26D4ABD53398}" srcOrd="0" destOrd="0" presId="urn:microsoft.com/office/officeart/2005/8/layout/process3"/>
    <dgm:cxn modelId="{33E4D92B-0B2A-4465-9C94-78B806D90956}" srcId="{D578ECA1-042E-4F94-ABCC-706B8AD674AD}" destId="{B319BEAB-6E53-4D61-8B30-C30C364073A6}" srcOrd="0" destOrd="0" parTransId="{2B75950E-000F-4CA7-B56F-9D7EB0E0CD43}" sibTransId="{D5E9B4B0-F052-40AC-A2DA-81E45114E3CD}"/>
    <dgm:cxn modelId="{9388C72C-7363-4C44-8FA5-10ACAED7F2A6}" type="presOf" srcId="{04E02087-E693-451E-881F-A0345D668C86}" destId="{62BA2E27-4338-46F4-89BE-704AA3F7EAFC}" srcOrd="1" destOrd="0" presId="urn:microsoft.com/office/officeart/2005/8/layout/process3"/>
    <dgm:cxn modelId="{CDC48C30-17EA-4F9C-B3B4-5A72F5E54192}" srcId="{F2C0A1E2-6834-4245-9925-750AFBCEFDAE}" destId="{80E77189-33F0-4D99-A6D7-690CA16BE92E}" srcOrd="3" destOrd="0" parTransId="{0B47B257-82D5-497F-B22D-0FABD01B15B9}" sibTransId="{12EAFCC8-7289-4656-8DC9-9258E4656106}"/>
    <dgm:cxn modelId="{3C19CA3B-87D8-4E20-B62F-C6DAA0714E8E}" type="presOf" srcId="{4BC9802F-AF32-47DA-A852-238540A083CA}" destId="{CFACB4AE-B8E4-4737-B0A7-794F011F685A}" srcOrd="1" destOrd="0" presId="urn:microsoft.com/office/officeart/2005/8/layout/process3"/>
    <dgm:cxn modelId="{2DFC143D-2087-42E0-8863-539637B0701B}" srcId="{4562BC38-288B-4ED4-89A9-37F5E78669BE}" destId="{9C8F37AD-6460-40A5-884E-089173A3E51D}" srcOrd="1" destOrd="0" parTransId="{62325D2A-3575-4F95-B19F-4C3A563D7C41}" sibTransId="{F00C3B13-BEFB-4E71-8BEF-C0931BB55958}"/>
    <dgm:cxn modelId="{2F19C25B-7240-4D40-8B1E-59CD83CD4841}" srcId="{80E77189-33F0-4D99-A6D7-690CA16BE92E}" destId="{10FDACEA-C3AF-45E8-9998-DF93F8E50618}" srcOrd="1" destOrd="0" parTransId="{64B35862-A142-4CDA-8D47-74044A5FBCEF}" sibTransId="{93DC363B-00B5-412E-B3B5-D0ADA8FAC2C9}"/>
    <dgm:cxn modelId="{439C3A68-DAA1-41BE-9ADD-DA29C2E39C46}" type="presOf" srcId="{0B52E1AB-2DC4-45B4-AEEF-A300AA6B6B55}" destId="{9313F1D8-C4F2-4603-8626-DF151C12BF80}" srcOrd="0" destOrd="0" presId="urn:microsoft.com/office/officeart/2005/8/layout/process3"/>
    <dgm:cxn modelId="{57017E4A-96AC-43A4-995F-08A4CA0798C8}" type="presOf" srcId="{80E77189-33F0-4D99-A6D7-690CA16BE92E}" destId="{3882026B-6C1B-42A9-9A10-D476F6566BAA}" srcOrd="0" destOrd="0" presId="urn:microsoft.com/office/officeart/2005/8/layout/process3"/>
    <dgm:cxn modelId="{EF9DCD6B-E215-4051-A5E5-0A72E303202F}" type="presOf" srcId="{ACD7BBC2-FC3B-4C6B-887D-7F033B259FF2}" destId="{D22F610A-ADC7-466E-908F-061431EFDC48}" srcOrd="0" destOrd="0" presId="urn:microsoft.com/office/officeart/2005/8/layout/process3"/>
    <dgm:cxn modelId="{2A496872-6A4F-4A1E-9F4A-2AAB2E5256D1}" srcId="{4562BC38-288B-4ED4-89A9-37F5E78669BE}" destId="{826D6DDE-5077-46D0-8D0C-E1A791474BA8}" srcOrd="2" destOrd="0" parTransId="{D58861D6-B17F-4758-AF39-05B2AF6CB2C3}" sibTransId="{EE04B2C1-DADA-4351-8463-68AABB96CB26}"/>
    <dgm:cxn modelId="{4DA6A372-F13A-41F3-81EE-96D64832BC7E}" type="presOf" srcId="{10FDACEA-C3AF-45E8-9998-DF93F8E50618}" destId="{D22F610A-ADC7-466E-908F-061431EFDC48}" srcOrd="0" destOrd="1" presId="urn:microsoft.com/office/officeart/2005/8/layout/process3"/>
    <dgm:cxn modelId="{54393073-AEBF-4938-923F-D2F9E22089DB}" type="presOf" srcId="{83966B30-B8AA-4995-9286-7E7D262CD3AB}" destId="{4E707D7B-1445-4C41-9C41-D963ECD1A2DE}" srcOrd="0" destOrd="3" presId="urn:microsoft.com/office/officeart/2005/8/layout/process3"/>
    <dgm:cxn modelId="{D032A67A-5A71-43B6-A90C-152136DBDE6B}" srcId="{5F6B5358-F730-489D-9DAC-0D7A8A3E1D06}" destId="{D578ECA1-042E-4F94-ABCC-706B8AD674AD}" srcOrd="1" destOrd="0" parTransId="{5348DACE-4828-40A3-8370-CE36F1F1242C}" sibTransId="{65294AB7-D982-4C46-BE97-FAB032C4FC23}"/>
    <dgm:cxn modelId="{45B97A7F-403F-494F-831C-C2042DF88225}" srcId="{F2C0A1E2-6834-4245-9925-750AFBCEFDAE}" destId="{5F6B5358-F730-489D-9DAC-0D7A8A3E1D06}" srcOrd="2" destOrd="0" parTransId="{145737EE-47D1-4A63-97B9-D8011D80441D}" sibTransId="{04E02087-E693-451E-881F-A0345D668C86}"/>
    <dgm:cxn modelId="{0C407181-E37A-4D11-9D07-A0FE93830BC2}" srcId="{1854E806-4F40-4DDF-9AB8-A8F2769D61BD}" destId="{9DC3C123-073E-4A27-B687-2F8223F286D0}" srcOrd="2" destOrd="0" parTransId="{8C2F2977-D6A0-46AA-8DAB-644BA94FD8C9}" sibTransId="{F67BA988-E143-4E0F-9FC6-E2BC30384ECB}"/>
    <dgm:cxn modelId="{D0D70B82-980C-448B-A113-D17E9081E671}" type="presOf" srcId="{1854E806-4F40-4DDF-9AB8-A8F2769D61BD}" destId="{6F4AB6FE-6595-412D-AE57-25CE4ACA8A54}" srcOrd="1" destOrd="0" presId="urn:microsoft.com/office/officeart/2005/8/layout/process3"/>
    <dgm:cxn modelId="{5489F28C-D882-440A-BF43-B688C78FD12A}" type="presOf" srcId="{AF7FDE50-DB86-4F2D-8B44-7A4BD6181188}" destId="{9313F1D8-C4F2-4603-8626-DF151C12BF80}" srcOrd="0" destOrd="1" presId="urn:microsoft.com/office/officeart/2005/8/layout/process3"/>
    <dgm:cxn modelId="{46204496-2911-47CC-9D5C-80EBD1FFA9AD}" type="presOf" srcId="{4562BC38-288B-4ED4-89A9-37F5E78669BE}" destId="{9A102606-5834-4043-971F-72416D9F341B}" srcOrd="0" destOrd="0" presId="urn:microsoft.com/office/officeart/2005/8/layout/process3"/>
    <dgm:cxn modelId="{1FB87796-7112-4DE4-AF8F-713E14790A58}" type="presOf" srcId="{826D6DDE-5077-46D0-8D0C-E1A791474BA8}" destId="{4E707D7B-1445-4C41-9C41-D963ECD1A2DE}" srcOrd="0" destOrd="2" presId="urn:microsoft.com/office/officeart/2005/8/layout/process3"/>
    <dgm:cxn modelId="{A4585499-D2C7-4991-8B8B-AF99C03AACA7}" type="presOf" srcId="{BB01FEBB-2B47-4D3D-9BBD-7A488DADD752}" destId="{A945A4B2-45DA-452B-B9E9-92A6DA79CFFA}" srcOrd="1" destOrd="0" presId="urn:microsoft.com/office/officeart/2005/8/layout/process3"/>
    <dgm:cxn modelId="{632B96B1-94E2-4965-8269-A825A492A65D}" type="presOf" srcId="{6D7B9F7C-E77A-40F5-A1D6-330F25E05ED8}" destId="{84E64D32-2516-40B6-A411-8C6AD07AA3D3}" srcOrd="0" destOrd="0" presId="urn:microsoft.com/office/officeart/2005/8/layout/process3"/>
    <dgm:cxn modelId="{F7C462B2-4C9C-4FD3-BFB6-8F9244D7B829}" srcId="{5F6B5358-F730-489D-9DAC-0D7A8A3E1D06}" destId="{9F3F4E35-8E58-4F59-89BA-13FEEACCD7BF}" srcOrd="2" destOrd="0" parTransId="{E72A4027-0395-4FC4-850B-28E69D4A675D}" sibTransId="{B579AF62-7ACF-4DFA-AF08-C3DB3351BD1A}"/>
    <dgm:cxn modelId="{756E15B9-B6D6-41B7-B2C1-4853708CCBD8}" type="presOf" srcId="{B319BEAB-6E53-4D61-8B30-C30C364073A6}" destId="{84E64D32-2516-40B6-A411-8C6AD07AA3D3}" srcOrd="0" destOrd="2" presId="urn:microsoft.com/office/officeart/2005/8/layout/process3"/>
    <dgm:cxn modelId="{642A29B9-7249-410F-BA66-BD111957838E}" type="presOf" srcId="{F2C0A1E2-6834-4245-9925-750AFBCEFDAE}" destId="{7A147D04-5E72-420C-A5C4-D77393736BC0}" srcOrd="0" destOrd="0" presId="urn:microsoft.com/office/officeart/2005/8/layout/process3"/>
    <dgm:cxn modelId="{DCC90BBE-C5BE-40F6-AFB6-194B0A4A94E5}" srcId="{80E77189-33F0-4D99-A6D7-690CA16BE92E}" destId="{ACD7BBC2-FC3B-4C6B-887D-7F033B259FF2}" srcOrd="0" destOrd="0" parTransId="{6D21A9D2-AD32-45A4-B44B-BF770D1C9CAD}" sibTransId="{B670B6DE-D7F8-49AC-A2A3-65A4189B5B06}"/>
    <dgm:cxn modelId="{3D9611C2-55EC-4EB2-92AD-6A3A6223C3B4}" type="presOf" srcId="{9DC3C123-073E-4A27-B687-2F8223F286D0}" destId="{9313F1D8-C4F2-4603-8626-DF151C12BF80}" srcOrd="0" destOrd="2" presId="urn:microsoft.com/office/officeart/2005/8/layout/process3"/>
    <dgm:cxn modelId="{F21148C4-C08B-44D1-A2A1-2BE6E73A44FA}" type="presOf" srcId="{1854E806-4F40-4DDF-9AB8-A8F2769D61BD}" destId="{FF7D5820-DBF0-49F2-9B12-E512A729D86F}" srcOrd="0" destOrd="0" presId="urn:microsoft.com/office/officeart/2005/8/layout/process3"/>
    <dgm:cxn modelId="{FEFD4EC5-CFC0-48B4-BB9D-15A1A3AF269C}" srcId="{1854E806-4F40-4DDF-9AB8-A8F2769D61BD}" destId="{AF7FDE50-DB86-4F2D-8B44-7A4BD6181188}" srcOrd="1" destOrd="0" parTransId="{9BBD19E3-30B4-46CF-90AA-9A111B4BCDF2}" sibTransId="{1EBD6D61-FD13-48D3-B49A-7AD928F6D4F4}"/>
    <dgm:cxn modelId="{189A43C6-3571-4862-9473-018656CC76F8}" type="presOf" srcId="{4562BC38-288B-4ED4-89A9-37F5E78669BE}" destId="{200B6CB5-F5E6-4BE8-A862-63657AA4B439}" srcOrd="1" destOrd="0" presId="urn:microsoft.com/office/officeart/2005/8/layout/process3"/>
    <dgm:cxn modelId="{88E857C9-512D-4D70-9295-C73998EB850B}" type="presOf" srcId="{5F6B5358-F730-489D-9DAC-0D7A8A3E1D06}" destId="{6213CBDC-EFCC-47E0-8385-A88D1FDDDDE4}" srcOrd="1" destOrd="0" presId="urn:microsoft.com/office/officeart/2005/8/layout/process3"/>
    <dgm:cxn modelId="{CC24E0CB-4634-4E65-8936-913D2CCFF59A}" srcId="{F2C0A1E2-6834-4245-9925-750AFBCEFDAE}" destId="{1854E806-4F40-4DDF-9AB8-A8F2769D61BD}" srcOrd="1" destOrd="0" parTransId="{D4393CEC-F369-44D6-B1B0-D854DA4BF0A7}" sibTransId="{BB01FEBB-2B47-4D3D-9BBD-7A488DADD752}"/>
    <dgm:cxn modelId="{67C102D0-32E2-4ADB-91E5-AF166211DA9A}" type="presOf" srcId="{04E02087-E693-451E-881F-A0345D668C86}" destId="{03B019C7-702B-4D3D-9B2F-A4EC910FC263}" srcOrd="0" destOrd="0" presId="urn:microsoft.com/office/officeart/2005/8/layout/process3"/>
    <dgm:cxn modelId="{368F6CD1-F16A-4EED-94F3-6571D9AE79F5}" srcId="{4562BC38-288B-4ED4-89A9-37F5E78669BE}" destId="{61DE4730-67C6-4B17-8801-7DB32584B0B1}" srcOrd="0" destOrd="0" parTransId="{4E4B23D3-BE4F-44AC-AAC2-965B899E6E06}" sibTransId="{ABC0C4D5-6023-4D49-A81A-60534A307ED7}"/>
    <dgm:cxn modelId="{9A7384D8-2A9D-4679-9C5B-7D656CE20C65}" type="presOf" srcId="{BB01FEBB-2B47-4D3D-9BBD-7A488DADD752}" destId="{67E1388B-0362-450D-B4E3-A5AF96E44B30}" srcOrd="0" destOrd="0" presId="urn:microsoft.com/office/officeart/2005/8/layout/process3"/>
    <dgm:cxn modelId="{9C4793E5-78CB-403C-85F6-4043DB5E1919}" srcId="{1854E806-4F40-4DDF-9AB8-A8F2769D61BD}" destId="{0B52E1AB-2DC4-45B4-AEEF-A300AA6B6B55}" srcOrd="0" destOrd="0" parTransId="{3DB58874-DD48-4473-9726-B79E9C29D654}" sibTransId="{CD191551-FBB4-40E4-8C45-A96EEFB9F89E}"/>
    <dgm:cxn modelId="{8E3774E9-313C-4EB2-ADD5-BCB6EA425EC1}" type="presOf" srcId="{9C8F37AD-6460-40A5-884E-089173A3E51D}" destId="{4E707D7B-1445-4C41-9C41-D963ECD1A2DE}" srcOrd="0" destOrd="1" presId="urn:microsoft.com/office/officeart/2005/8/layout/process3"/>
    <dgm:cxn modelId="{3120A8EA-6C13-48B0-920C-F345DE503E24}" srcId="{F2C0A1E2-6834-4245-9925-750AFBCEFDAE}" destId="{4562BC38-288B-4ED4-89A9-37F5E78669BE}" srcOrd="0" destOrd="0" parTransId="{1C59912F-0D15-4854-800B-6EC425894F10}" sibTransId="{4BC9802F-AF32-47DA-A852-238540A083CA}"/>
    <dgm:cxn modelId="{DB47D5F9-46F6-445F-A280-3B4F1523E7C5}" type="presOf" srcId="{D578ECA1-042E-4F94-ABCC-706B8AD674AD}" destId="{84E64D32-2516-40B6-A411-8C6AD07AA3D3}" srcOrd="0" destOrd="1" presId="urn:microsoft.com/office/officeart/2005/8/layout/process3"/>
    <dgm:cxn modelId="{7041CA4F-4E4C-4168-BD30-EDEA1C228540}" type="presParOf" srcId="{7A147D04-5E72-420C-A5C4-D77393736BC0}" destId="{42A43A69-20C6-4172-B3C4-A401E7D2A054}" srcOrd="0" destOrd="0" presId="urn:microsoft.com/office/officeart/2005/8/layout/process3"/>
    <dgm:cxn modelId="{49E0F6D1-6D9C-4B9A-A243-A5DE1C780184}" type="presParOf" srcId="{42A43A69-20C6-4172-B3C4-A401E7D2A054}" destId="{9A102606-5834-4043-971F-72416D9F341B}" srcOrd="0" destOrd="0" presId="urn:microsoft.com/office/officeart/2005/8/layout/process3"/>
    <dgm:cxn modelId="{BDE905E0-2881-4618-9C50-D28C11AB9382}" type="presParOf" srcId="{42A43A69-20C6-4172-B3C4-A401E7D2A054}" destId="{200B6CB5-F5E6-4BE8-A862-63657AA4B439}" srcOrd="1" destOrd="0" presId="urn:microsoft.com/office/officeart/2005/8/layout/process3"/>
    <dgm:cxn modelId="{277D6B97-CE4E-4A75-8D53-476EB5A3A055}" type="presParOf" srcId="{42A43A69-20C6-4172-B3C4-A401E7D2A054}" destId="{4E707D7B-1445-4C41-9C41-D963ECD1A2DE}" srcOrd="2" destOrd="0" presId="urn:microsoft.com/office/officeart/2005/8/layout/process3"/>
    <dgm:cxn modelId="{D6413A32-10E1-4234-9A5A-228504A4E335}" type="presParOf" srcId="{7A147D04-5E72-420C-A5C4-D77393736BC0}" destId="{9B5AB16D-CF71-4B11-AC91-26D4ABD53398}" srcOrd="1" destOrd="0" presId="urn:microsoft.com/office/officeart/2005/8/layout/process3"/>
    <dgm:cxn modelId="{ABAB0EB8-BB95-443C-B616-DF007073C891}" type="presParOf" srcId="{9B5AB16D-CF71-4B11-AC91-26D4ABD53398}" destId="{CFACB4AE-B8E4-4737-B0A7-794F011F685A}" srcOrd="0" destOrd="0" presId="urn:microsoft.com/office/officeart/2005/8/layout/process3"/>
    <dgm:cxn modelId="{5B0D886B-CE8D-425C-86AB-9FB2DC0B6367}" type="presParOf" srcId="{7A147D04-5E72-420C-A5C4-D77393736BC0}" destId="{3F189386-443F-495F-AE09-2BA113561696}" srcOrd="2" destOrd="0" presId="urn:microsoft.com/office/officeart/2005/8/layout/process3"/>
    <dgm:cxn modelId="{05C11A35-3F95-4F3A-9F4F-A818DC73721E}" type="presParOf" srcId="{3F189386-443F-495F-AE09-2BA113561696}" destId="{FF7D5820-DBF0-49F2-9B12-E512A729D86F}" srcOrd="0" destOrd="0" presId="urn:microsoft.com/office/officeart/2005/8/layout/process3"/>
    <dgm:cxn modelId="{4F29E399-C512-4039-9605-A40069D92882}" type="presParOf" srcId="{3F189386-443F-495F-AE09-2BA113561696}" destId="{6F4AB6FE-6595-412D-AE57-25CE4ACA8A54}" srcOrd="1" destOrd="0" presId="urn:microsoft.com/office/officeart/2005/8/layout/process3"/>
    <dgm:cxn modelId="{6466DCCB-6C6B-4FCA-A1E1-3BBE6FEBD5B9}" type="presParOf" srcId="{3F189386-443F-495F-AE09-2BA113561696}" destId="{9313F1D8-C4F2-4603-8626-DF151C12BF80}" srcOrd="2" destOrd="0" presId="urn:microsoft.com/office/officeart/2005/8/layout/process3"/>
    <dgm:cxn modelId="{973B4154-273E-4097-805C-EEE9366051CD}" type="presParOf" srcId="{7A147D04-5E72-420C-A5C4-D77393736BC0}" destId="{67E1388B-0362-450D-B4E3-A5AF96E44B30}" srcOrd="3" destOrd="0" presId="urn:microsoft.com/office/officeart/2005/8/layout/process3"/>
    <dgm:cxn modelId="{291204CE-8CCF-4793-BA7E-6D7B8291AD78}" type="presParOf" srcId="{67E1388B-0362-450D-B4E3-A5AF96E44B30}" destId="{A945A4B2-45DA-452B-B9E9-92A6DA79CFFA}" srcOrd="0" destOrd="0" presId="urn:microsoft.com/office/officeart/2005/8/layout/process3"/>
    <dgm:cxn modelId="{2FCE2E9D-1DBF-4380-8DE8-154CE0A37EFB}" type="presParOf" srcId="{7A147D04-5E72-420C-A5C4-D77393736BC0}" destId="{1C49DB14-5167-43D4-9EF7-7A230CC433F3}" srcOrd="4" destOrd="0" presId="urn:microsoft.com/office/officeart/2005/8/layout/process3"/>
    <dgm:cxn modelId="{0B497A69-810C-4527-B012-3208D0BE1336}" type="presParOf" srcId="{1C49DB14-5167-43D4-9EF7-7A230CC433F3}" destId="{87F948DD-75ED-4188-9422-20439DBAF6EA}" srcOrd="0" destOrd="0" presId="urn:microsoft.com/office/officeart/2005/8/layout/process3"/>
    <dgm:cxn modelId="{11002D7E-0E22-4AAA-92F1-1ABC3BF72CD2}" type="presParOf" srcId="{1C49DB14-5167-43D4-9EF7-7A230CC433F3}" destId="{6213CBDC-EFCC-47E0-8385-A88D1FDDDDE4}" srcOrd="1" destOrd="0" presId="urn:microsoft.com/office/officeart/2005/8/layout/process3"/>
    <dgm:cxn modelId="{D9B8BC42-96DC-48E1-9DA7-E4309FECC5B5}" type="presParOf" srcId="{1C49DB14-5167-43D4-9EF7-7A230CC433F3}" destId="{84E64D32-2516-40B6-A411-8C6AD07AA3D3}" srcOrd="2" destOrd="0" presId="urn:microsoft.com/office/officeart/2005/8/layout/process3"/>
    <dgm:cxn modelId="{72742D49-2A07-4EB4-A2CE-45E96A8CADE7}" type="presParOf" srcId="{7A147D04-5E72-420C-A5C4-D77393736BC0}" destId="{03B019C7-702B-4D3D-9B2F-A4EC910FC263}" srcOrd="5" destOrd="0" presId="urn:microsoft.com/office/officeart/2005/8/layout/process3"/>
    <dgm:cxn modelId="{03760A01-909D-4A44-9854-7A62287FF5D6}" type="presParOf" srcId="{03B019C7-702B-4D3D-9B2F-A4EC910FC263}" destId="{62BA2E27-4338-46F4-89BE-704AA3F7EAFC}" srcOrd="0" destOrd="0" presId="urn:microsoft.com/office/officeart/2005/8/layout/process3"/>
    <dgm:cxn modelId="{A74E8507-3989-4958-AB47-D85B5701612D}" type="presParOf" srcId="{7A147D04-5E72-420C-A5C4-D77393736BC0}" destId="{32E8C755-DBD4-4842-9D9F-339892F8051C}" srcOrd="6" destOrd="0" presId="urn:microsoft.com/office/officeart/2005/8/layout/process3"/>
    <dgm:cxn modelId="{EA4F2436-7659-4BAE-AD47-02ABE53EE2FA}" type="presParOf" srcId="{32E8C755-DBD4-4842-9D9F-339892F8051C}" destId="{3882026B-6C1B-42A9-9A10-D476F6566BAA}" srcOrd="0" destOrd="0" presId="urn:microsoft.com/office/officeart/2005/8/layout/process3"/>
    <dgm:cxn modelId="{15AB788D-055B-4908-AB2F-DB8008DEAB5E}" type="presParOf" srcId="{32E8C755-DBD4-4842-9D9F-339892F8051C}" destId="{F3F8B97B-0969-4D5D-8D14-D84A5E5E2837}" srcOrd="1" destOrd="0" presId="urn:microsoft.com/office/officeart/2005/8/layout/process3"/>
    <dgm:cxn modelId="{ECF9CFDE-F2BB-4F2A-9363-6B2BA9BF16A6}" type="presParOf" srcId="{32E8C755-DBD4-4842-9D9F-339892F8051C}" destId="{D22F610A-ADC7-466E-908F-061431EFDC48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>
            <a:lumMod val="75000"/>
          </a:schemeClr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/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>
        <a:solidFill>
          <a:schemeClr val="bg1">
            <a:lumMod val="75000"/>
          </a:schemeClr>
        </a:solidFill>
      </dgm:spPr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/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>
        <a:solidFill>
          <a:schemeClr val="bg1"/>
        </a:solidFill>
      </dgm:spPr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>
        <a:solidFill>
          <a:schemeClr val="bg1">
            <a:lumMod val="75000"/>
          </a:schemeClr>
        </a:solidFill>
      </dgm:spPr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95EEEA6-80DC-4C2F-A2FC-D1A31FCB32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6E43522-BE96-4F69-BBAD-FC911A035191}">
      <dgm:prSet phldrT="[Text]"/>
      <dgm:spPr/>
      <dgm:t>
        <a:bodyPr/>
        <a:lstStyle/>
        <a:p>
          <a:r>
            <a:rPr lang="de-DE" dirty="0"/>
            <a:t>Erfolgreiche Einrichtung eines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87FA34B1-728C-4FE2-B543-5B57439D1063}" type="parTrans" cxnId="{BF70D619-D4BD-4AD9-BB94-D85856161769}">
      <dgm:prSet/>
      <dgm:spPr/>
      <dgm:t>
        <a:bodyPr/>
        <a:lstStyle/>
        <a:p>
          <a:endParaRPr lang="de-DE"/>
        </a:p>
      </dgm:t>
    </dgm:pt>
    <dgm:pt modelId="{328B7052-87F7-4920-A2B5-7F2998AB44C4}" type="sibTrans" cxnId="{BF70D619-D4BD-4AD9-BB94-D85856161769}">
      <dgm:prSet/>
      <dgm:spPr/>
      <dgm:t>
        <a:bodyPr/>
        <a:lstStyle/>
        <a:p>
          <a:endParaRPr lang="de-DE"/>
        </a:p>
      </dgm:t>
    </dgm:pt>
    <dgm:pt modelId="{A82CF85E-C859-4E71-BB55-4745C9E8B290}">
      <dgm:prSet phldrT="[Text]"/>
      <dgm:spPr/>
      <dgm:t>
        <a:bodyPr/>
        <a:lstStyle/>
        <a:p>
          <a:r>
            <a:rPr lang="de-DE" baseline="0" dirty="0"/>
            <a:t>Verbesserter Fehleranalyseprozess</a:t>
          </a:r>
        </a:p>
      </dgm:t>
    </dgm:pt>
    <dgm:pt modelId="{8FA44059-BCC1-4D63-A7C0-B8B059C27938}" type="parTrans" cxnId="{9C9324DC-5958-4489-A7F0-B172E97A7747}">
      <dgm:prSet/>
      <dgm:spPr/>
      <dgm:t>
        <a:bodyPr/>
        <a:lstStyle/>
        <a:p>
          <a:endParaRPr lang="de-DE"/>
        </a:p>
      </dgm:t>
    </dgm:pt>
    <dgm:pt modelId="{6F1A40E9-D080-421A-AE8F-9006A1E04C24}" type="sibTrans" cxnId="{9C9324DC-5958-4489-A7F0-B172E97A7747}">
      <dgm:prSet/>
      <dgm:spPr/>
      <dgm:t>
        <a:bodyPr/>
        <a:lstStyle/>
        <a:p>
          <a:endParaRPr lang="de-DE"/>
        </a:p>
      </dgm:t>
    </dgm:pt>
    <dgm:pt modelId="{A9AB843E-F2AA-4F80-A7EE-E76478FF4F7B}">
      <dgm:prSet phldrT="[Text]"/>
      <dgm:spPr/>
      <dgm:t>
        <a:bodyPr/>
        <a:lstStyle/>
        <a:p>
          <a:r>
            <a:rPr lang="de-DE" baseline="0" dirty="0"/>
            <a:t>Geschriebene Logs enthalten mehr Informationen </a:t>
          </a:r>
        </a:p>
      </dgm:t>
    </dgm:pt>
    <dgm:pt modelId="{36E86164-30C6-4EC2-A1ED-64C22D66639A}" type="parTrans" cxnId="{E1A7FC11-A189-45A8-AB1A-3EC8E22298D1}">
      <dgm:prSet/>
      <dgm:spPr/>
      <dgm:t>
        <a:bodyPr/>
        <a:lstStyle/>
        <a:p>
          <a:endParaRPr lang="de-DE"/>
        </a:p>
      </dgm:t>
    </dgm:pt>
    <dgm:pt modelId="{0E1D6627-00D7-4C76-8295-1FE744594024}" type="sibTrans" cxnId="{E1A7FC11-A189-45A8-AB1A-3EC8E22298D1}">
      <dgm:prSet/>
      <dgm:spPr/>
      <dgm:t>
        <a:bodyPr/>
        <a:lstStyle/>
        <a:p>
          <a:endParaRPr lang="de-DE"/>
        </a:p>
      </dgm:t>
    </dgm:pt>
    <dgm:pt modelId="{91CD15F1-FA0D-44DC-A63D-ECA5DF509688}" type="pres">
      <dgm:prSet presAssocID="{F95EEEA6-80DC-4C2F-A2FC-D1A31FCB322E}" presName="linear" presStyleCnt="0">
        <dgm:presLayoutVars>
          <dgm:animLvl val="lvl"/>
          <dgm:resizeHandles val="exact"/>
        </dgm:presLayoutVars>
      </dgm:prSet>
      <dgm:spPr/>
    </dgm:pt>
    <dgm:pt modelId="{E3716B09-971D-40F3-A5AF-A3AB2FF637FC}" type="pres">
      <dgm:prSet presAssocID="{B6E43522-BE96-4F69-BBAD-FC911A035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5E8D4B3-E90F-4E97-B871-16777853E7CE}" type="pres">
      <dgm:prSet presAssocID="{328B7052-87F7-4920-A2B5-7F2998AB44C4}" presName="spacer" presStyleCnt="0"/>
      <dgm:spPr/>
    </dgm:pt>
    <dgm:pt modelId="{25381CF2-C426-4320-9690-A8A67219E4DC}" type="pres">
      <dgm:prSet presAssocID="{A9AB843E-F2AA-4F80-A7EE-E76478FF4F7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EE3A6A-A90C-4E8D-A91F-FAB2DA2E5309}" type="pres">
      <dgm:prSet presAssocID="{0E1D6627-00D7-4C76-8295-1FE744594024}" presName="spacer" presStyleCnt="0"/>
      <dgm:spPr/>
    </dgm:pt>
    <dgm:pt modelId="{2F698E21-69A4-408D-BD3B-D8654374939D}" type="pres">
      <dgm:prSet presAssocID="{A82CF85E-C859-4E71-BB55-4745C9E8B29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1A7FC11-A189-45A8-AB1A-3EC8E22298D1}" srcId="{F95EEEA6-80DC-4C2F-A2FC-D1A31FCB322E}" destId="{A9AB843E-F2AA-4F80-A7EE-E76478FF4F7B}" srcOrd="1" destOrd="0" parTransId="{36E86164-30C6-4EC2-A1ED-64C22D66639A}" sibTransId="{0E1D6627-00D7-4C76-8295-1FE744594024}"/>
    <dgm:cxn modelId="{BF70D619-D4BD-4AD9-BB94-D85856161769}" srcId="{F95EEEA6-80DC-4C2F-A2FC-D1A31FCB322E}" destId="{B6E43522-BE96-4F69-BBAD-FC911A035191}" srcOrd="0" destOrd="0" parTransId="{87FA34B1-728C-4FE2-B543-5B57439D1063}" sibTransId="{328B7052-87F7-4920-A2B5-7F2998AB44C4}"/>
    <dgm:cxn modelId="{0630AF22-48DE-4EC2-993F-213BA4C0E47D}" type="presOf" srcId="{A82CF85E-C859-4E71-BB55-4745C9E8B290}" destId="{2F698E21-69A4-408D-BD3B-D8654374939D}" srcOrd="0" destOrd="0" presId="urn:microsoft.com/office/officeart/2005/8/layout/vList2"/>
    <dgm:cxn modelId="{830FED39-7BFD-4F42-88CD-0CC93DF613AD}" type="presOf" srcId="{F95EEEA6-80DC-4C2F-A2FC-D1A31FCB322E}" destId="{91CD15F1-FA0D-44DC-A63D-ECA5DF509688}" srcOrd="0" destOrd="0" presId="urn:microsoft.com/office/officeart/2005/8/layout/vList2"/>
    <dgm:cxn modelId="{535018C9-24A3-495E-A209-A7134AAD22D2}" type="presOf" srcId="{A9AB843E-F2AA-4F80-A7EE-E76478FF4F7B}" destId="{25381CF2-C426-4320-9690-A8A67219E4DC}" srcOrd="0" destOrd="0" presId="urn:microsoft.com/office/officeart/2005/8/layout/vList2"/>
    <dgm:cxn modelId="{543C5BCB-40E9-4818-ACE1-BBA7024B24D6}" type="presOf" srcId="{B6E43522-BE96-4F69-BBAD-FC911A035191}" destId="{E3716B09-971D-40F3-A5AF-A3AB2FF637FC}" srcOrd="0" destOrd="0" presId="urn:microsoft.com/office/officeart/2005/8/layout/vList2"/>
    <dgm:cxn modelId="{9C9324DC-5958-4489-A7F0-B172E97A7747}" srcId="{F95EEEA6-80DC-4C2F-A2FC-D1A31FCB322E}" destId="{A82CF85E-C859-4E71-BB55-4745C9E8B290}" srcOrd="2" destOrd="0" parTransId="{8FA44059-BCC1-4D63-A7C0-B8B059C27938}" sibTransId="{6F1A40E9-D080-421A-AE8F-9006A1E04C24}"/>
    <dgm:cxn modelId="{D6783A40-8F17-4010-9CCF-EF56332F4BDC}" type="presParOf" srcId="{91CD15F1-FA0D-44DC-A63D-ECA5DF509688}" destId="{E3716B09-971D-40F3-A5AF-A3AB2FF637FC}" srcOrd="0" destOrd="0" presId="urn:microsoft.com/office/officeart/2005/8/layout/vList2"/>
    <dgm:cxn modelId="{F6B65FA0-B133-4D84-9E04-33CCD4366016}" type="presParOf" srcId="{91CD15F1-FA0D-44DC-A63D-ECA5DF509688}" destId="{B5E8D4B3-E90F-4E97-B871-16777853E7CE}" srcOrd="1" destOrd="0" presId="urn:microsoft.com/office/officeart/2005/8/layout/vList2"/>
    <dgm:cxn modelId="{843D9989-01B9-4129-B40D-F298695C3EDA}" type="presParOf" srcId="{91CD15F1-FA0D-44DC-A63D-ECA5DF509688}" destId="{25381CF2-C426-4320-9690-A8A67219E4DC}" srcOrd="2" destOrd="0" presId="urn:microsoft.com/office/officeart/2005/8/layout/vList2"/>
    <dgm:cxn modelId="{4C58F86A-EA08-4BB7-BD7E-C40E33F6B41F}" type="presParOf" srcId="{91CD15F1-FA0D-44DC-A63D-ECA5DF509688}" destId="{3AEE3A6A-A90C-4E8D-A91F-FAB2DA2E5309}" srcOrd="3" destOrd="0" presId="urn:microsoft.com/office/officeart/2005/8/layout/vList2"/>
    <dgm:cxn modelId="{E7B163EE-BE1A-40EE-BE8A-957360390A15}" type="presParOf" srcId="{91CD15F1-FA0D-44DC-A63D-ECA5DF509688}" destId="{2F698E21-69A4-408D-BD3B-D8654374939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95EEEA6-80DC-4C2F-A2FC-D1A31FCB32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6E43522-BE96-4F69-BBAD-FC911A035191}">
      <dgm:prSet phldrT="[Text]"/>
      <dgm:spPr/>
      <dgm:t>
        <a:bodyPr/>
        <a:lstStyle/>
        <a:p>
          <a:r>
            <a:rPr lang="de-DE" dirty="0"/>
            <a:t>Umsetzen</a:t>
          </a:r>
          <a:r>
            <a:rPr lang="de-DE" baseline="0" dirty="0"/>
            <a:t> der Richtlinien an allen Applikationen des CFT Portale </a:t>
          </a:r>
          <a:endParaRPr lang="de-DE" dirty="0"/>
        </a:p>
      </dgm:t>
    </dgm:pt>
    <dgm:pt modelId="{87FA34B1-728C-4FE2-B543-5B57439D1063}" type="parTrans" cxnId="{BF70D619-D4BD-4AD9-BB94-D85856161769}">
      <dgm:prSet/>
      <dgm:spPr/>
      <dgm:t>
        <a:bodyPr/>
        <a:lstStyle/>
        <a:p>
          <a:endParaRPr lang="de-DE"/>
        </a:p>
      </dgm:t>
    </dgm:pt>
    <dgm:pt modelId="{328B7052-87F7-4920-A2B5-7F2998AB44C4}" type="sibTrans" cxnId="{BF70D619-D4BD-4AD9-BB94-D85856161769}">
      <dgm:prSet/>
      <dgm:spPr/>
      <dgm:t>
        <a:bodyPr/>
        <a:lstStyle/>
        <a:p>
          <a:endParaRPr lang="de-DE"/>
        </a:p>
      </dgm:t>
    </dgm:pt>
    <dgm:pt modelId="{811800F1-D792-4671-8A98-22ACB524E3FF}">
      <dgm:prSet phldrT="[Text]"/>
      <dgm:spPr/>
      <dgm:t>
        <a:bodyPr/>
        <a:lstStyle/>
        <a:p>
          <a:r>
            <a:rPr lang="de-DE" dirty="0"/>
            <a:t>Anderen Teams der KVWL das Ergebnis vorstellen</a:t>
          </a:r>
        </a:p>
      </dgm:t>
    </dgm:pt>
    <dgm:pt modelId="{AEBB4880-8230-4810-973A-C20BEF0B8772}" type="parTrans" cxnId="{EE04D363-3576-454E-87B7-2DF4192A5F42}">
      <dgm:prSet/>
      <dgm:spPr/>
      <dgm:t>
        <a:bodyPr/>
        <a:lstStyle/>
        <a:p>
          <a:endParaRPr lang="de-DE"/>
        </a:p>
      </dgm:t>
    </dgm:pt>
    <dgm:pt modelId="{B8CF19FA-5D36-4186-A4BB-DDDD2676019C}" type="sibTrans" cxnId="{EE04D363-3576-454E-87B7-2DF4192A5F42}">
      <dgm:prSet/>
      <dgm:spPr/>
      <dgm:t>
        <a:bodyPr/>
        <a:lstStyle/>
        <a:p>
          <a:endParaRPr lang="de-DE"/>
        </a:p>
      </dgm:t>
    </dgm:pt>
    <dgm:pt modelId="{4A0704A9-02B1-44F5-8E00-87DE7CFF72AC}">
      <dgm:prSet phldrT="[Text]"/>
      <dgm:spPr/>
      <dgm:t>
        <a:bodyPr/>
        <a:lstStyle/>
        <a:p>
          <a:r>
            <a:rPr lang="de-DE" dirty="0"/>
            <a:t>Anbinden aller Applikationen an den </a:t>
          </a:r>
          <a:r>
            <a:rPr lang="de-DE" dirty="0" err="1"/>
            <a:t>Elastic</a:t>
          </a:r>
          <a:r>
            <a:rPr lang="de-DE" dirty="0"/>
            <a:t> Stack</a:t>
          </a:r>
        </a:p>
      </dgm:t>
    </dgm:pt>
    <dgm:pt modelId="{67372352-1F4C-4D7F-8B42-1FD93B25D22C}" type="parTrans" cxnId="{75D26D11-CE15-44C1-ADCD-748B1AFE185A}">
      <dgm:prSet/>
      <dgm:spPr/>
      <dgm:t>
        <a:bodyPr/>
        <a:lstStyle/>
        <a:p>
          <a:endParaRPr lang="de-DE"/>
        </a:p>
      </dgm:t>
    </dgm:pt>
    <dgm:pt modelId="{AF8F996B-8283-4702-827B-E7235C070373}" type="sibTrans" cxnId="{75D26D11-CE15-44C1-ADCD-748B1AFE185A}">
      <dgm:prSet/>
      <dgm:spPr/>
      <dgm:t>
        <a:bodyPr/>
        <a:lstStyle/>
        <a:p>
          <a:endParaRPr lang="de-DE"/>
        </a:p>
      </dgm:t>
    </dgm:pt>
    <dgm:pt modelId="{91CD15F1-FA0D-44DC-A63D-ECA5DF509688}" type="pres">
      <dgm:prSet presAssocID="{F95EEEA6-80DC-4C2F-A2FC-D1A31FCB322E}" presName="linear" presStyleCnt="0">
        <dgm:presLayoutVars>
          <dgm:animLvl val="lvl"/>
          <dgm:resizeHandles val="exact"/>
        </dgm:presLayoutVars>
      </dgm:prSet>
      <dgm:spPr/>
    </dgm:pt>
    <dgm:pt modelId="{E3716B09-971D-40F3-A5AF-A3AB2FF637FC}" type="pres">
      <dgm:prSet presAssocID="{B6E43522-BE96-4F69-BBAD-FC911A035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5E8D4B3-E90F-4E97-B871-16777853E7CE}" type="pres">
      <dgm:prSet presAssocID="{328B7052-87F7-4920-A2B5-7F2998AB44C4}" presName="spacer" presStyleCnt="0"/>
      <dgm:spPr/>
    </dgm:pt>
    <dgm:pt modelId="{444DBBC2-B33E-4F50-ADC5-CDAE3C141030}" type="pres">
      <dgm:prSet presAssocID="{4A0704A9-02B1-44F5-8E00-87DE7CFF72A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5353640-4862-49AC-9936-ADD7E02E19FC}" type="pres">
      <dgm:prSet presAssocID="{AF8F996B-8283-4702-827B-E7235C070373}" presName="spacer" presStyleCnt="0"/>
      <dgm:spPr/>
    </dgm:pt>
    <dgm:pt modelId="{AC64C5B0-CD5D-4633-A3E4-9A608AFE1056}" type="pres">
      <dgm:prSet presAssocID="{811800F1-D792-4671-8A98-22ACB524E3F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5D26D11-CE15-44C1-ADCD-748B1AFE185A}" srcId="{F95EEEA6-80DC-4C2F-A2FC-D1A31FCB322E}" destId="{4A0704A9-02B1-44F5-8E00-87DE7CFF72AC}" srcOrd="1" destOrd="0" parTransId="{67372352-1F4C-4D7F-8B42-1FD93B25D22C}" sibTransId="{AF8F996B-8283-4702-827B-E7235C070373}"/>
    <dgm:cxn modelId="{F5FE4313-C250-42D9-B97A-28D04800A0AD}" type="presOf" srcId="{B6E43522-BE96-4F69-BBAD-FC911A035191}" destId="{E3716B09-971D-40F3-A5AF-A3AB2FF637FC}" srcOrd="0" destOrd="0" presId="urn:microsoft.com/office/officeart/2005/8/layout/vList2"/>
    <dgm:cxn modelId="{BF70D619-D4BD-4AD9-BB94-D85856161769}" srcId="{F95EEEA6-80DC-4C2F-A2FC-D1A31FCB322E}" destId="{B6E43522-BE96-4F69-BBAD-FC911A035191}" srcOrd="0" destOrd="0" parTransId="{87FA34B1-728C-4FE2-B543-5B57439D1063}" sibTransId="{328B7052-87F7-4920-A2B5-7F2998AB44C4}"/>
    <dgm:cxn modelId="{E6E7001F-00A7-4346-8CB1-38E4E28E2830}" type="presOf" srcId="{4A0704A9-02B1-44F5-8E00-87DE7CFF72AC}" destId="{444DBBC2-B33E-4F50-ADC5-CDAE3C141030}" srcOrd="0" destOrd="0" presId="urn:microsoft.com/office/officeart/2005/8/layout/vList2"/>
    <dgm:cxn modelId="{EE04D363-3576-454E-87B7-2DF4192A5F42}" srcId="{F95EEEA6-80DC-4C2F-A2FC-D1A31FCB322E}" destId="{811800F1-D792-4671-8A98-22ACB524E3FF}" srcOrd="2" destOrd="0" parTransId="{AEBB4880-8230-4810-973A-C20BEF0B8772}" sibTransId="{B8CF19FA-5D36-4186-A4BB-DDDD2676019C}"/>
    <dgm:cxn modelId="{3627117F-505B-46E7-BF89-6A14E56901C4}" type="presOf" srcId="{F95EEEA6-80DC-4C2F-A2FC-D1A31FCB322E}" destId="{91CD15F1-FA0D-44DC-A63D-ECA5DF509688}" srcOrd="0" destOrd="0" presId="urn:microsoft.com/office/officeart/2005/8/layout/vList2"/>
    <dgm:cxn modelId="{18F3E88B-2DC9-435B-B54C-E121FE37F7E3}" type="presOf" srcId="{811800F1-D792-4671-8A98-22ACB524E3FF}" destId="{AC64C5B0-CD5D-4633-A3E4-9A608AFE1056}" srcOrd="0" destOrd="0" presId="urn:microsoft.com/office/officeart/2005/8/layout/vList2"/>
    <dgm:cxn modelId="{1E2E627D-62B5-4AAB-894F-A0E0DFD9F183}" type="presParOf" srcId="{91CD15F1-FA0D-44DC-A63D-ECA5DF509688}" destId="{E3716B09-971D-40F3-A5AF-A3AB2FF637FC}" srcOrd="0" destOrd="0" presId="urn:microsoft.com/office/officeart/2005/8/layout/vList2"/>
    <dgm:cxn modelId="{9C58CA65-D874-4D0B-86F0-89F77B64CFB1}" type="presParOf" srcId="{91CD15F1-FA0D-44DC-A63D-ECA5DF509688}" destId="{B5E8D4B3-E90F-4E97-B871-16777853E7CE}" srcOrd="1" destOrd="0" presId="urn:microsoft.com/office/officeart/2005/8/layout/vList2"/>
    <dgm:cxn modelId="{2E09D2F8-36E1-429F-BA2B-FDBEE784F108}" type="presParOf" srcId="{91CD15F1-FA0D-44DC-A63D-ECA5DF509688}" destId="{444DBBC2-B33E-4F50-ADC5-CDAE3C141030}" srcOrd="2" destOrd="0" presId="urn:microsoft.com/office/officeart/2005/8/layout/vList2"/>
    <dgm:cxn modelId="{5E3DF8E6-13C4-44EC-8113-56154E94C257}" type="presParOf" srcId="{91CD15F1-FA0D-44DC-A63D-ECA5DF509688}" destId="{65353640-4862-49AC-9936-ADD7E02E19FC}" srcOrd="3" destOrd="0" presId="urn:microsoft.com/office/officeart/2005/8/layout/vList2"/>
    <dgm:cxn modelId="{FB2E6301-24C1-4599-B489-D3CD9E011C5F}" type="presParOf" srcId="{91CD15F1-FA0D-44DC-A63D-ECA5DF509688}" destId="{AC64C5B0-CD5D-4633-A3E4-9A608AFE105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8AD4A4-1131-4495-8B76-BCC551804243}">
      <dsp:nvSpPr>
        <dsp:cNvPr id="0" name=""/>
        <dsp:cNvSpPr/>
      </dsp:nvSpPr>
      <dsp:spPr>
        <a:xfrm>
          <a:off x="3123" y="1033279"/>
          <a:ext cx="1878409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Elastic</a:t>
          </a:r>
          <a:r>
            <a:rPr lang="de-DE" sz="1500" kern="1200" dirty="0"/>
            <a:t> Stack</a:t>
          </a:r>
        </a:p>
      </dsp:txBody>
      <dsp:txXfrm>
        <a:off x="3123" y="1033279"/>
        <a:ext cx="1878409" cy="432000"/>
      </dsp:txXfrm>
    </dsp:sp>
    <dsp:sp modelId="{5F1F457C-81DA-4117-BE45-55CD4B295928}">
      <dsp:nvSpPr>
        <dsp:cNvPr id="0" name=""/>
        <dsp:cNvSpPr/>
      </dsp:nvSpPr>
      <dsp:spPr>
        <a:xfrm>
          <a:off x="3123" y="1465279"/>
          <a:ext cx="1878409" cy="171390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Nutzung kostenlos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Teilweise Open Source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Selbstverwaltet- oder Cloud-Lösung</a:t>
          </a:r>
        </a:p>
      </dsp:txBody>
      <dsp:txXfrm>
        <a:off x="3123" y="1465279"/>
        <a:ext cx="1878409" cy="1713909"/>
      </dsp:txXfrm>
    </dsp:sp>
    <dsp:sp modelId="{345DC9DE-F8F3-4D4F-BD82-E357B598BDBF}">
      <dsp:nvSpPr>
        <dsp:cNvPr id="0" name=""/>
        <dsp:cNvSpPr/>
      </dsp:nvSpPr>
      <dsp:spPr>
        <a:xfrm>
          <a:off x="2144510" y="1033279"/>
          <a:ext cx="1878409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Graylog</a:t>
          </a:r>
          <a:endParaRPr lang="de-DE" sz="1500" kern="1200" dirty="0"/>
        </a:p>
      </dsp:txBody>
      <dsp:txXfrm>
        <a:off x="2144510" y="1033279"/>
        <a:ext cx="1878409" cy="432000"/>
      </dsp:txXfrm>
    </dsp:sp>
    <dsp:sp modelId="{A3ED7635-527E-4EA9-A1AF-42C75064A248}">
      <dsp:nvSpPr>
        <dsp:cNvPr id="0" name=""/>
        <dsp:cNvSpPr/>
      </dsp:nvSpPr>
      <dsp:spPr>
        <a:xfrm>
          <a:off x="2144510" y="1465279"/>
          <a:ext cx="1878409" cy="171390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Nutzung kostenlos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Open Source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Abhängigkeiten von externer Software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Selbstverwaltete-Lösung</a:t>
          </a:r>
        </a:p>
      </dsp:txBody>
      <dsp:txXfrm>
        <a:off x="2144510" y="1465279"/>
        <a:ext cx="1878409" cy="1713909"/>
      </dsp:txXfrm>
    </dsp:sp>
    <dsp:sp modelId="{AC54F58F-301D-4F32-A776-7FBC0ADA1A1D}">
      <dsp:nvSpPr>
        <dsp:cNvPr id="0" name=""/>
        <dsp:cNvSpPr/>
      </dsp:nvSpPr>
      <dsp:spPr>
        <a:xfrm>
          <a:off x="4285897" y="1033279"/>
          <a:ext cx="1878409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Sematext</a:t>
          </a:r>
          <a:endParaRPr lang="de-DE" sz="1500" kern="1200" dirty="0"/>
        </a:p>
      </dsp:txBody>
      <dsp:txXfrm>
        <a:off x="4285897" y="1033279"/>
        <a:ext cx="1878409" cy="432000"/>
      </dsp:txXfrm>
    </dsp:sp>
    <dsp:sp modelId="{86658383-9656-4FBF-9E6F-4DBF471DE367}">
      <dsp:nvSpPr>
        <dsp:cNvPr id="0" name=""/>
        <dsp:cNvSpPr/>
      </dsp:nvSpPr>
      <dsp:spPr>
        <a:xfrm>
          <a:off x="4285897" y="1465279"/>
          <a:ext cx="1878409" cy="171390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Kostenpflichtig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Installation mit Docker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Selbstverwaltete- oder Cloud-Lösung</a:t>
          </a:r>
        </a:p>
      </dsp:txBody>
      <dsp:txXfrm>
        <a:off x="4285897" y="1465279"/>
        <a:ext cx="1878409" cy="1713909"/>
      </dsp:txXfrm>
    </dsp:sp>
    <dsp:sp modelId="{28060F0D-D37A-404F-88E8-F5B02E84AAA0}">
      <dsp:nvSpPr>
        <dsp:cNvPr id="0" name=""/>
        <dsp:cNvSpPr/>
      </dsp:nvSpPr>
      <dsp:spPr>
        <a:xfrm>
          <a:off x="6427284" y="1033279"/>
          <a:ext cx="1878409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Fluentd</a:t>
          </a:r>
          <a:endParaRPr lang="de-DE" sz="1500" kern="1200" dirty="0"/>
        </a:p>
      </dsp:txBody>
      <dsp:txXfrm>
        <a:off x="6427284" y="1033279"/>
        <a:ext cx="1878409" cy="432000"/>
      </dsp:txXfrm>
    </dsp:sp>
    <dsp:sp modelId="{82082C56-EA3D-45E5-A1A9-03BE9ADDBBF5}">
      <dsp:nvSpPr>
        <dsp:cNvPr id="0" name=""/>
        <dsp:cNvSpPr/>
      </dsp:nvSpPr>
      <dsp:spPr>
        <a:xfrm>
          <a:off x="6427284" y="1465279"/>
          <a:ext cx="1878409" cy="171390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Open Source Data </a:t>
          </a:r>
          <a:r>
            <a:rPr lang="de-DE" sz="1500" kern="1200" dirty="0" err="1"/>
            <a:t>Collector</a:t>
          </a:r>
          <a:endParaRPr lang="de-DE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Strukturierung von Daten</a:t>
          </a:r>
        </a:p>
      </dsp:txBody>
      <dsp:txXfrm>
        <a:off x="6427284" y="1465279"/>
        <a:ext cx="1878409" cy="171390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EDCC5-2861-49DA-AF8A-587D7FC0962D}">
      <dsp:nvSpPr>
        <dsp:cNvPr id="0" name=""/>
        <dsp:cNvSpPr/>
      </dsp:nvSpPr>
      <dsp:spPr>
        <a:xfrm>
          <a:off x="0" y="248784"/>
          <a:ext cx="6096000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Alle Anforderungen werden erfüllt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Beide Tools sind geeignet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Wegen Zeitmangels nur Elastic Stack</a:t>
          </a:r>
        </a:p>
      </dsp:txBody>
      <dsp:txXfrm>
        <a:off x="0" y="248784"/>
        <a:ext cx="6096000" cy="941850"/>
      </dsp:txXfrm>
    </dsp:sp>
    <dsp:sp modelId="{E0D76806-759F-4DC0-ACDC-44A8AD213DA1}">
      <dsp:nvSpPr>
        <dsp:cNvPr id="0" name=""/>
        <dsp:cNvSpPr/>
      </dsp:nvSpPr>
      <dsp:spPr>
        <a:xfrm>
          <a:off x="304800" y="56904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Graylog vs. Elastic Stack </a:t>
          </a:r>
        </a:p>
      </dsp:txBody>
      <dsp:txXfrm>
        <a:off x="323534" y="75638"/>
        <a:ext cx="4229732" cy="346292"/>
      </dsp:txXfrm>
    </dsp:sp>
    <dsp:sp modelId="{4062296E-E278-4764-BC7B-FA77F717CDE5}">
      <dsp:nvSpPr>
        <dsp:cNvPr id="0" name=""/>
        <dsp:cNvSpPr/>
      </dsp:nvSpPr>
      <dsp:spPr>
        <a:xfrm>
          <a:off x="0" y="1452714"/>
          <a:ext cx="6096000" cy="54258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Ausschlusskriterium für Sematext: Installation mit Docker </a:t>
          </a:r>
        </a:p>
      </dsp:txBody>
      <dsp:txXfrm>
        <a:off x="0" y="1452714"/>
        <a:ext cx="6096000" cy="542587"/>
      </dsp:txXfrm>
    </dsp:sp>
    <dsp:sp modelId="{E9A077A3-3346-40E9-B82B-FAE873582F48}">
      <dsp:nvSpPr>
        <dsp:cNvPr id="0" name=""/>
        <dsp:cNvSpPr/>
      </dsp:nvSpPr>
      <dsp:spPr>
        <a:xfrm>
          <a:off x="304800" y="1260834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Sematext vs. Elastic Stack</a:t>
          </a:r>
        </a:p>
      </dsp:txBody>
      <dsp:txXfrm>
        <a:off x="323534" y="1279568"/>
        <a:ext cx="4229732" cy="346292"/>
      </dsp:txXfrm>
    </dsp:sp>
    <dsp:sp modelId="{BBAEB742-463B-4229-A658-5A7854F31693}">
      <dsp:nvSpPr>
        <dsp:cNvPr id="0" name=""/>
        <dsp:cNvSpPr/>
      </dsp:nvSpPr>
      <dsp:spPr>
        <a:xfrm>
          <a:off x="0" y="2257381"/>
          <a:ext cx="6096000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Strukturieren von Logs mit beiden Möglich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Kein Ausschlusskriterium vorhanden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Wegen dem Elastic Stack wird Logstash verwendet </a:t>
          </a:r>
        </a:p>
      </dsp:txBody>
      <dsp:txXfrm>
        <a:off x="0" y="2257381"/>
        <a:ext cx="6096000" cy="941850"/>
      </dsp:txXfrm>
    </dsp:sp>
    <dsp:sp modelId="{CB1E91C5-C9AE-4085-9043-A7BE5FCE5A64}">
      <dsp:nvSpPr>
        <dsp:cNvPr id="0" name=""/>
        <dsp:cNvSpPr/>
      </dsp:nvSpPr>
      <dsp:spPr>
        <a:xfrm>
          <a:off x="304800" y="2065501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Fluentd vs. Logstash</a:t>
          </a:r>
        </a:p>
      </dsp:txBody>
      <dsp:txXfrm>
        <a:off x="323534" y="2084235"/>
        <a:ext cx="4229732" cy="3462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0B6CB5-F5E6-4BE8-A862-63657AA4B439}">
      <dsp:nvSpPr>
        <dsp:cNvPr id="0" name=""/>
        <dsp:cNvSpPr/>
      </dsp:nvSpPr>
      <dsp:spPr>
        <a:xfrm>
          <a:off x="3534" y="1140176"/>
          <a:ext cx="1396851" cy="5864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Red</a:t>
          </a:r>
          <a:r>
            <a:rPr lang="de-DE" sz="1600" kern="1200" dirty="0"/>
            <a:t> Hat</a:t>
          </a:r>
        </a:p>
      </dsp:txBody>
      <dsp:txXfrm>
        <a:off x="3534" y="1140176"/>
        <a:ext cx="1396851" cy="390975"/>
      </dsp:txXfrm>
    </dsp:sp>
    <dsp:sp modelId="{4E707D7B-1445-4C41-9C41-D963ECD1A2DE}">
      <dsp:nvSpPr>
        <dsp:cNvPr id="0" name=""/>
        <dsp:cNvSpPr/>
      </dsp:nvSpPr>
      <dsp:spPr>
        <a:xfrm>
          <a:off x="289636" y="1531151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Keine Verbindung zum Internet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Port 9200 öffnen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Port 5601 Öffnen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DE" sz="1200" kern="1200" dirty="0"/>
        </a:p>
      </dsp:txBody>
      <dsp:txXfrm>
        <a:off x="330548" y="1572063"/>
        <a:ext cx="1315027" cy="1689376"/>
      </dsp:txXfrm>
    </dsp:sp>
    <dsp:sp modelId="{9B5AB16D-CF71-4B11-AC91-26D4ABD53398}">
      <dsp:nvSpPr>
        <dsp:cNvPr id="0" name=""/>
        <dsp:cNvSpPr/>
      </dsp:nvSpPr>
      <dsp:spPr>
        <a:xfrm>
          <a:off x="1612144" y="1161776"/>
          <a:ext cx="448926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000" kern="1200"/>
        </a:p>
      </dsp:txBody>
      <dsp:txXfrm>
        <a:off x="1612144" y="1231331"/>
        <a:ext cx="344594" cy="208665"/>
      </dsp:txXfrm>
    </dsp:sp>
    <dsp:sp modelId="{6F4AB6FE-6595-412D-AE57-25CE4ACA8A54}">
      <dsp:nvSpPr>
        <dsp:cNvPr id="0" name=""/>
        <dsp:cNvSpPr/>
      </dsp:nvSpPr>
      <dsp:spPr>
        <a:xfrm>
          <a:off x="2247417" y="1140176"/>
          <a:ext cx="1511393" cy="5864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Elasticsearch</a:t>
          </a:r>
        </a:p>
      </dsp:txBody>
      <dsp:txXfrm>
        <a:off x="2247417" y="1140176"/>
        <a:ext cx="1511393" cy="390975"/>
      </dsp:txXfrm>
    </dsp:sp>
    <dsp:sp modelId="{9313F1D8-C4F2-4603-8626-DF151C12BF80}">
      <dsp:nvSpPr>
        <dsp:cNvPr id="0" name=""/>
        <dsp:cNvSpPr/>
      </dsp:nvSpPr>
      <dsp:spPr>
        <a:xfrm>
          <a:off x="2590790" y="1531151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Installation der Basic-Version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Manuelles Herunterladen der RPM-Pakete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IP-Adresse eintragen </a:t>
          </a:r>
        </a:p>
      </dsp:txBody>
      <dsp:txXfrm>
        <a:off x="2631702" y="1572063"/>
        <a:ext cx="1315027" cy="1689376"/>
      </dsp:txXfrm>
    </dsp:sp>
    <dsp:sp modelId="{67E1388B-0362-450D-B4E3-A5AF96E44B30}">
      <dsp:nvSpPr>
        <dsp:cNvPr id="0" name=""/>
        <dsp:cNvSpPr/>
      </dsp:nvSpPr>
      <dsp:spPr>
        <a:xfrm>
          <a:off x="3956250" y="1161776"/>
          <a:ext cx="418572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000" kern="1200"/>
        </a:p>
      </dsp:txBody>
      <dsp:txXfrm>
        <a:off x="3956250" y="1231331"/>
        <a:ext cx="314240" cy="208665"/>
      </dsp:txXfrm>
    </dsp:sp>
    <dsp:sp modelId="{6213CBDC-EFCC-47E0-8385-A88D1FDDDDE4}">
      <dsp:nvSpPr>
        <dsp:cNvPr id="0" name=""/>
        <dsp:cNvSpPr/>
      </dsp:nvSpPr>
      <dsp:spPr>
        <a:xfrm>
          <a:off x="4548570" y="1140176"/>
          <a:ext cx="1396851" cy="5864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Kibana</a:t>
          </a:r>
          <a:endParaRPr lang="de-DE" sz="1600" kern="1200" dirty="0"/>
        </a:p>
      </dsp:txBody>
      <dsp:txXfrm>
        <a:off x="4548570" y="1140176"/>
        <a:ext cx="1396851" cy="390975"/>
      </dsp:txXfrm>
    </dsp:sp>
    <dsp:sp modelId="{84E64D32-2516-40B6-A411-8C6AD07AA3D3}">
      <dsp:nvSpPr>
        <dsp:cNvPr id="0" name=""/>
        <dsp:cNvSpPr/>
      </dsp:nvSpPr>
      <dsp:spPr>
        <a:xfrm>
          <a:off x="4834672" y="1531151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Installation wie Elasticsearch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Index Pattern: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 err="1"/>
            <a:t>prod</a:t>
          </a:r>
          <a:r>
            <a:rPr lang="de-DE" sz="1200" kern="1200" dirty="0"/>
            <a:t>-*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IP-Adresse eintragen</a:t>
          </a:r>
        </a:p>
      </dsp:txBody>
      <dsp:txXfrm>
        <a:off x="4875584" y="1572063"/>
        <a:ext cx="1315027" cy="1689376"/>
      </dsp:txXfrm>
    </dsp:sp>
    <dsp:sp modelId="{03B019C7-702B-4D3D-9B2F-A4EC910FC263}">
      <dsp:nvSpPr>
        <dsp:cNvPr id="0" name=""/>
        <dsp:cNvSpPr/>
      </dsp:nvSpPr>
      <dsp:spPr>
        <a:xfrm>
          <a:off x="6157180" y="1161776"/>
          <a:ext cx="448926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000" kern="1200"/>
        </a:p>
      </dsp:txBody>
      <dsp:txXfrm>
        <a:off x="6157180" y="1231331"/>
        <a:ext cx="344594" cy="208665"/>
      </dsp:txXfrm>
    </dsp:sp>
    <dsp:sp modelId="{F3F8B97B-0969-4D5D-8D14-D84A5E5E2837}">
      <dsp:nvSpPr>
        <dsp:cNvPr id="0" name=""/>
        <dsp:cNvSpPr/>
      </dsp:nvSpPr>
      <dsp:spPr>
        <a:xfrm>
          <a:off x="6792453" y="1140176"/>
          <a:ext cx="1396851" cy="5864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Logstash</a:t>
          </a:r>
          <a:endParaRPr lang="de-DE" sz="1600" kern="1200" dirty="0"/>
        </a:p>
      </dsp:txBody>
      <dsp:txXfrm>
        <a:off x="6792453" y="1140176"/>
        <a:ext cx="1396851" cy="390975"/>
      </dsp:txXfrm>
    </dsp:sp>
    <dsp:sp modelId="{D22F610A-ADC7-466E-908F-061431EFDC48}">
      <dsp:nvSpPr>
        <dsp:cNvPr id="0" name=""/>
        <dsp:cNvSpPr/>
      </dsp:nvSpPr>
      <dsp:spPr>
        <a:xfrm>
          <a:off x="7078555" y="1531151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Nicht Notwendig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 err="1"/>
            <a:t>Logging</a:t>
          </a:r>
          <a:r>
            <a:rPr lang="de-DE" sz="1200" kern="1200" dirty="0"/>
            <a:t>-Richtlinien</a:t>
          </a:r>
        </a:p>
      </dsp:txBody>
      <dsp:txXfrm>
        <a:off x="7119467" y="1572063"/>
        <a:ext cx="1315027" cy="168937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716B09-971D-40F3-A5AF-A3AB2FF637FC}">
      <dsp:nvSpPr>
        <dsp:cNvPr id="0" name=""/>
        <dsp:cNvSpPr/>
      </dsp:nvSpPr>
      <dsp:spPr>
        <a:xfrm>
          <a:off x="0" y="50722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dirty="0"/>
            <a:t>Erfolgreiche Einrichtung eines zentralisierten </a:t>
          </a:r>
          <a:r>
            <a:rPr lang="de-DE" sz="2700" kern="1200" dirty="0" err="1"/>
            <a:t>Logging</a:t>
          </a:r>
          <a:r>
            <a:rPr lang="de-DE" sz="2700" kern="1200" dirty="0"/>
            <a:t>-Servers</a:t>
          </a:r>
        </a:p>
      </dsp:txBody>
      <dsp:txXfrm>
        <a:off x="50889" y="101611"/>
        <a:ext cx="6982903" cy="940692"/>
      </dsp:txXfrm>
    </dsp:sp>
    <dsp:sp modelId="{25381CF2-C426-4320-9690-A8A67219E4DC}">
      <dsp:nvSpPr>
        <dsp:cNvPr id="0" name=""/>
        <dsp:cNvSpPr/>
      </dsp:nvSpPr>
      <dsp:spPr>
        <a:xfrm>
          <a:off x="0" y="1170952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baseline="0" dirty="0"/>
            <a:t>Geschriebene Logs enthalten mehr Informationen </a:t>
          </a:r>
        </a:p>
      </dsp:txBody>
      <dsp:txXfrm>
        <a:off x="50889" y="1221841"/>
        <a:ext cx="6982903" cy="940692"/>
      </dsp:txXfrm>
    </dsp:sp>
    <dsp:sp modelId="{2F698E21-69A4-408D-BD3B-D8654374939D}">
      <dsp:nvSpPr>
        <dsp:cNvPr id="0" name=""/>
        <dsp:cNvSpPr/>
      </dsp:nvSpPr>
      <dsp:spPr>
        <a:xfrm>
          <a:off x="0" y="2291183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baseline="0" dirty="0"/>
            <a:t>Verbesserter Fehleranalyseprozess</a:t>
          </a:r>
        </a:p>
      </dsp:txBody>
      <dsp:txXfrm>
        <a:off x="50889" y="2342072"/>
        <a:ext cx="6982903" cy="94069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716B09-971D-40F3-A5AF-A3AB2FF637FC}">
      <dsp:nvSpPr>
        <dsp:cNvPr id="0" name=""/>
        <dsp:cNvSpPr/>
      </dsp:nvSpPr>
      <dsp:spPr>
        <a:xfrm>
          <a:off x="0" y="45829"/>
          <a:ext cx="6048400" cy="9266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Umsetzen</a:t>
          </a:r>
          <a:r>
            <a:rPr lang="de-DE" sz="2400" kern="1200" baseline="0" dirty="0"/>
            <a:t> der Richtlinien an allen Applikationen des CFT Portale </a:t>
          </a:r>
          <a:endParaRPr lang="de-DE" sz="2400" kern="1200" dirty="0"/>
        </a:p>
      </dsp:txBody>
      <dsp:txXfrm>
        <a:off x="45235" y="91064"/>
        <a:ext cx="5957930" cy="836169"/>
      </dsp:txXfrm>
    </dsp:sp>
    <dsp:sp modelId="{444DBBC2-B33E-4F50-ADC5-CDAE3C141030}">
      <dsp:nvSpPr>
        <dsp:cNvPr id="0" name=""/>
        <dsp:cNvSpPr/>
      </dsp:nvSpPr>
      <dsp:spPr>
        <a:xfrm>
          <a:off x="0" y="1041589"/>
          <a:ext cx="6048400" cy="9266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Anbinden aller Applikationen an den </a:t>
          </a:r>
          <a:r>
            <a:rPr lang="de-DE" sz="2400" kern="1200" dirty="0" err="1"/>
            <a:t>Elastic</a:t>
          </a:r>
          <a:r>
            <a:rPr lang="de-DE" sz="2400" kern="1200" dirty="0"/>
            <a:t> Stack</a:t>
          </a:r>
        </a:p>
      </dsp:txBody>
      <dsp:txXfrm>
        <a:off x="45235" y="1086824"/>
        <a:ext cx="5957930" cy="836169"/>
      </dsp:txXfrm>
    </dsp:sp>
    <dsp:sp modelId="{AC64C5B0-CD5D-4633-A3E4-9A608AFE1056}">
      <dsp:nvSpPr>
        <dsp:cNvPr id="0" name=""/>
        <dsp:cNvSpPr/>
      </dsp:nvSpPr>
      <dsp:spPr>
        <a:xfrm>
          <a:off x="0" y="2037349"/>
          <a:ext cx="6048400" cy="9266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Anderen Teams der KVWL das Ergebnis vorstellen</a:t>
          </a:r>
        </a:p>
      </dsp:txBody>
      <dsp:txXfrm>
        <a:off x="45235" y="2082584"/>
        <a:ext cx="5957930" cy="8361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B3C7D2-80CA-41FA-BF0D-EAE240477737}" type="datetimeFigureOut">
              <a:rPr lang="de-DE" smtClean="0"/>
              <a:t>08.02.2021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589FF7-6720-41DA-8615-7B5C1CB0E5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988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>
                <a:solidFill>
                  <a:prstClr val="black"/>
                </a:solidFill>
              </a:rPr>
              <a:pPr/>
              <a:t>1</a:t>
            </a:fld>
            <a:endParaRPr lang="de-DE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150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9733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16567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7291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187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Graylog</a:t>
            </a:r>
            <a:r>
              <a:rPr lang="de-DE" dirty="0"/>
              <a:t>: Java Elasticsearch und </a:t>
            </a:r>
            <a:r>
              <a:rPr lang="de-DE" dirty="0" err="1"/>
              <a:t>MongoDb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3588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92828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Satellite</a:t>
            </a:r>
            <a:r>
              <a:rPr lang="de-DE" dirty="0"/>
              <a:t> erwähnen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069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66654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4778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90138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Vertragsarzt bestätigt, dass er die zur Abrechnung gestellten Leistungen auch wirklich erbracht hat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3171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363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9042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85138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25807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0126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33530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1651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0599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01792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02473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96525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9989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2F5D968-D8B9-4D67-814D-D52175C91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57382828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"/>
            <a:ext cx="9150350" cy="5090320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4CABDEC9-BD27-4E79-86BA-7028BE085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692914113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"/>
            <a:ext cx="9150350" cy="5090320"/>
          </a:xfrm>
          <a:prstGeom prst="rect">
            <a:avLst/>
          </a:prstGeom>
        </p:spPr>
      </p:pic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4234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</p:sldLayoutIdLst>
  <p:transition spd="slow">
    <p:wipe/>
  </p:transition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image" Target="../media/image15.png"/><Relationship Id="rId7" Type="http://schemas.openxmlformats.org/officeDocument/2006/relationships/diagramColors" Target="../diagrams/colors11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1.xml"/><Relationship Id="rId5" Type="http://schemas.openxmlformats.org/officeDocument/2006/relationships/diagramLayout" Target="../diagrams/layout11.xml"/><Relationship Id="rId4" Type="http://schemas.openxmlformats.org/officeDocument/2006/relationships/diagramData" Target="../diagrams/data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Bernd Hecker / 1.2.1 Le    Aufgaben und Organisation Ärztlicher/Psychotherapeutischer Körperschaften und Verbände - 28.06.2019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32645-6AAF-4E23-B5F0-807530D98911}" type="slidenum">
              <a:rPr lang="de-DE" smtClean="0"/>
              <a:t>1</a:t>
            </a:fld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" y="-7380"/>
            <a:ext cx="9156986" cy="514547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143508" y="3435846"/>
            <a:ext cx="680475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Umsetzung von </a:t>
            </a:r>
            <a:r>
              <a:rPr lang="de-DE" altLang="de-DE" sz="1800" b="1" dirty="0" err="1">
                <a:solidFill>
                  <a:srgbClr val="55A51C"/>
                </a:solidFill>
                <a:cs typeface="Arial" panose="020B0604020202020204" pitchFamily="34" charset="0"/>
              </a:rPr>
              <a:t>Logging</a:t>
            </a: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-Richtlinien und Einrichtung eines zentralisierten </a:t>
            </a:r>
            <a:r>
              <a:rPr lang="de-DE" altLang="de-DE" sz="1800" b="1" dirty="0" err="1">
                <a:solidFill>
                  <a:srgbClr val="55A51C"/>
                </a:solidFill>
                <a:cs typeface="Arial" panose="020B0604020202020204" pitchFamily="34" charset="0"/>
              </a:rPr>
              <a:t>Logging</a:t>
            </a: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-Servers für das CFT Portale der Kassenärztlichen Vereinigung Westfalen-Lippe</a:t>
            </a:r>
          </a:p>
        </p:txBody>
      </p:sp>
      <p:sp>
        <p:nvSpPr>
          <p:cNvPr id="8" name="Rechteck 7"/>
          <p:cNvSpPr/>
          <p:nvPr/>
        </p:nvSpPr>
        <p:spPr>
          <a:xfrm>
            <a:off x="143508" y="4473421"/>
            <a:ext cx="33483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1200" dirty="0">
                <a:solidFill>
                  <a:srgbClr val="8E969D"/>
                </a:solidFill>
                <a:cs typeface="Arial" panose="020B0604020202020204" pitchFamily="34" charset="0"/>
              </a:rPr>
              <a:t>Kevin Bollich</a:t>
            </a:r>
          </a:p>
        </p:txBody>
      </p:sp>
      <p:grpSp>
        <p:nvGrpSpPr>
          <p:cNvPr id="12" name="Group 267"/>
          <p:cNvGrpSpPr>
            <a:grpSpLocks noChangeAspect="1"/>
          </p:cNvGrpSpPr>
          <p:nvPr/>
        </p:nvGrpSpPr>
        <p:grpSpPr bwMode="auto">
          <a:xfrm>
            <a:off x="7030134" y="3543859"/>
            <a:ext cx="1956987" cy="324036"/>
            <a:chOff x="136" y="383"/>
            <a:chExt cx="3678" cy="609"/>
          </a:xfrm>
        </p:grpSpPr>
        <p:sp>
          <p:nvSpPr>
            <p:cNvPr id="13" name="AutoShape 266"/>
            <p:cNvSpPr>
              <a:spLocks noChangeAspect="1" noChangeArrowheads="1" noTextEdit="1"/>
            </p:cNvSpPr>
            <p:nvPr/>
          </p:nvSpPr>
          <p:spPr bwMode="auto">
            <a:xfrm>
              <a:off x="136" y="383"/>
              <a:ext cx="3678" cy="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4" name="Freeform 268"/>
            <p:cNvSpPr>
              <a:spLocks/>
            </p:cNvSpPr>
            <p:nvPr/>
          </p:nvSpPr>
          <p:spPr bwMode="auto">
            <a:xfrm>
              <a:off x="2529" y="837"/>
              <a:ext cx="132" cy="124"/>
            </a:xfrm>
            <a:custGeom>
              <a:avLst/>
              <a:gdLst>
                <a:gd name="T0" fmla="*/ 56 w 56"/>
                <a:gd name="T1" fmla="*/ 0 h 52"/>
                <a:gd name="T2" fmla="*/ 49 w 56"/>
                <a:gd name="T3" fmla="*/ 0 h 52"/>
                <a:gd name="T4" fmla="*/ 42 w 56"/>
                <a:gd name="T5" fmla="*/ 33 h 52"/>
                <a:gd name="T6" fmla="*/ 41 w 56"/>
                <a:gd name="T7" fmla="*/ 40 h 52"/>
                <a:gd name="T8" fmla="*/ 40 w 56"/>
                <a:gd name="T9" fmla="*/ 34 h 52"/>
                <a:gd name="T10" fmla="*/ 32 w 56"/>
                <a:gd name="T11" fmla="*/ 0 h 52"/>
                <a:gd name="T12" fmla="*/ 25 w 56"/>
                <a:gd name="T13" fmla="*/ 0 h 52"/>
                <a:gd name="T14" fmla="*/ 17 w 56"/>
                <a:gd name="T15" fmla="*/ 33 h 52"/>
                <a:gd name="T16" fmla="*/ 15 w 56"/>
                <a:gd name="T17" fmla="*/ 40 h 52"/>
                <a:gd name="T18" fmla="*/ 14 w 56"/>
                <a:gd name="T19" fmla="*/ 33 h 52"/>
                <a:gd name="T20" fmla="*/ 8 w 56"/>
                <a:gd name="T21" fmla="*/ 0 h 52"/>
                <a:gd name="T22" fmla="*/ 0 w 56"/>
                <a:gd name="T23" fmla="*/ 0 h 52"/>
                <a:gd name="T24" fmla="*/ 10 w 56"/>
                <a:gd name="T25" fmla="*/ 52 h 52"/>
                <a:gd name="T26" fmla="*/ 18 w 56"/>
                <a:gd name="T27" fmla="*/ 52 h 52"/>
                <a:gd name="T28" fmla="*/ 27 w 56"/>
                <a:gd name="T29" fmla="*/ 18 h 52"/>
                <a:gd name="T30" fmla="*/ 28 w 56"/>
                <a:gd name="T31" fmla="*/ 11 h 52"/>
                <a:gd name="T32" fmla="*/ 30 w 56"/>
                <a:gd name="T33" fmla="*/ 18 h 52"/>
                <a:gd name="T34" fmla="*/ 38 w 56"/>
                <a:gd name="T35" fmla="*/ 52 h 52"/>
                <a:gd name="T36" fmla="*/ 46 w 56"/>
                <a:gd name="T37" fmla="*/ 52 h 52"/>
                <a:gd name="T38" fmla="*/ 56 w 56"/>
                <a:gd name="T39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6" h="52">
                  <a:moveTo>
                    <a:pt x="56" y="0"/>
                  </a:moveTo>
                  <a:cubicBezTo>
                    <a:pt x="49" y="0"/>
                    <a:pt x="49" y="0"/>
                    <a:pt x="49" y="0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5"/>
                    <a:pt x="42" y="38"/>
                    <a:pt x="41" y="40"/>
                  </a:cubicBezTo>
                  <a:cubicBezTo>
                    <a:pt x="41" y="38"/>
                    <a:pt x="41" y="35"/>
                    <a:pt x="40" y="34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17" y="33"/>
                    <a:pt x="17" y="33"/>
                    <a:pt x="17" y="33"/>
                  </a:cubicBezTo>
                  <a:cubicBezTo>
                    <a:pt x="16" y="34"/>
                    <a:pt x="15" y="38"/>
                    <a:pt x="15" y="40"/>
                  </a:cubicBezTo>
                  <a:cubicBezTo>
                    <a:pt x="15" y="38"/>
                    <a:pt x="14" y="34"/>
                    <a:pt x="14" y="33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" y="52"/>
                    <a:pt x="10" y="52"/>
                    <a:pt x="10" y="52"/>
                  </a:cubicBezTo>
                  <a:cubicBezTo>
                    <a:pt x="18" y="52"/>
                    <a:pt x="18" y="52"/>
                    <a:pt x="18" y="52"/>
                  </a:cubicBezTo>
                  <a:cubicBezTo>
                    <a:pt x="27" y="18"/>
                    <a:pt x="27" y="18"/>
                    <a:pt x="27" y="18"/>
                  </a:cubicBezTo>
                  <a:cubicBezTo>
                    <a:pt x="27" y="16"/>
                    <a:pt x="28" y="13"/>
                    <a:pt x="28" y="11"/>
                  </a:cubicBezTo>
                  <a:cubicBezTo>
                    <a:pt x="28" y="13"/>
                    <a:pt x="29" y="16"/>
                    <a:pt x="30" y="18"/>
                  </a:cubicBezTo>
                  <a:cubicBezTo>
                    <a:pt x="38" y="52"/>
                    <a:pt x="38" y="52"/>
                    <a:pt x="38" y="52"/>
                  </a:cubicBezTo>
                  <a:cubicBezTo>
                    <a:pt x="46" y="52"/>
                    <a:pt x="46" y="52"/>
                    <a:pt x="46" y="52"/>
                  </a:cubicBezTo>
                  <a:lnTo>
                    <a:pt x="56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5" name="Freeform 269"/>
            <p:cNvSpPr>
              <a:spLocks noEditPoints="1"/>
            </p:cNvSpPr>
            <p:nvPr/>
          </p:nvSpPr>
          <p:spPr bwMode="auto">
            <a:xfrm>
              <a:off x="2668" y="866"/>
              <a:ext cx="81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0 w 34"/>
                <a:gd name="T9" fmla="*/ 36 h 41"/>
                <a:gd name="T10" fmla="*/ 26 w 34"/>
                <a:gd name="T11" fmla="*/ 31 h 41"/>
                <a:gd name="T12" fmla="*/ 17 w 34"/>
                <a:gd name="T13" fmla="*/ 34 h 41"/>
                <a:gd name="T14" fmla="*/ 8 w 34"/>
                <a:gd name="T15" fmla="*/ 23 h 41"/>
                <a:gd name="T16" fmla="*/ 33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0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7" y="34"/>
                  </a:cubicBezTo>
                  <a:cubicBezTo>
                    <a:pt x="13" y="34"/>
                    <a:pt x="8" y="31"/>
                    <a:pt x="8" y="23"/>
                  </a:cubicBezTo>
                  <a:cubicBezTo>
                    <a:pt x="33" y="23"/>
                    <a:pt x="33" y="23"/>
                    <a:pt x="33" y="23"/>
                  </a:cubicBezTo>
                  <a:cubicBezTo>
                    <a:pt x="34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6" name="Freeform 270"/>
            <p:cNvSpPr>
              <a:spLocks/>
            </p:cNvSpPr>
            <p:nvPr/>
          </p:nvSpPr>
          <p:spPr bwMode="auto">
            <a:xfrm>
              <a:off x="2763" y="866"/>
              <a:ext cx="71" cy="98"/>
            </a:xfrm>
            <a:custGeom>
              <a:avLst/>
              <a:gdLst>
                <a:gd name="T0" fmla="*/ 30 w 30"/>
                <a:gd name="T1" fmla="*/ 29 h 41"/>
                <a:gd name="T2" fmla="*/ 17 w 30"/>
                <a:gd name="T3" fmla="*/ 16 h 41"/>
                <a:gd name="T4" fmla="*/ 9 w 30"/>
                <a:gd name="T5" fmla="*/ 10 h 41"/>
                <a:gd name="T6" fmla="*/ 15 w 30"/>
                <a:gd name="T7" fmla="*/ 7 h 41"/>
                <a:gd name="T8" fmla="*/ 25 w 30"/>
                <a:gd name="T9" fmla="*/ 10 h 41"/>
                <a:gd name="T10" fmla="*/ 28 w 30"/>
                <a:gd name="T11" fmla="*/ 4 h 41"/>
                <a:gd name="T12" fmla="*/ 15 w 30"/>
                <a:gd name="T13" fmla="*/ 0 h 41"/>
                <a:gd name="T14" fmla="*/ 2 w 30"/>
                <a:gd name="T15" fmla="*/ 11 h 41"/>
                <a:gd name="T16" fmla="*/ 13 w 30"/>
                <a:gd name="T17" fmla="*/ 23 h 41"/>
                <a:gd name="T18" fmla="*/ 22 w 30"/>
                <a:gd name="T19" fmla="*/ 30 h 41"/>
                <a:gd name="T20" fmla="*/ 15 w 30"/>
                <a:gd name="T21" fmla="*/ 34 h 41"/>
                <a:gd name="T22" fmla="*/ 4 w 30"/>
                <a:gd name="T23" fmla="*/ 30 h 41"/>
                <a:gd name="T24" fmla="*/ 0 w 30"/>
                <a:gd name="T25" fmla="*/ 36 h 41"/>
                <a:gd name="T26" fmla="*/ 15 w 30"/>
                <a:gd name="T27" fmla="*/ 41 h 41"/>
                <a:gd name="T28" fmla="*/ 30 w 30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41">
                  <a:moveTo>
                    <a:pt x="30" y="29"/>
                  </a:moveTo>
                  <a:cubicBezTo>
                    <a:pt x="30" y="22"/>
                    <a:pt x="25" y="19"/>
                    <a:pt x="17" y="16"/>
                  </a:cubicBezTo>
                  <a:cubicBezTo>
                    <a:pt x="11" y="14"/>
                    <a:pt x="9" y="12"/>
                    <a:pt x="9" y="10"/>
                  </a:cubicBezTo>
                  <a:cubicBezTo>
                    <a:pt x="9" y="8"/>
                    <a:pt x="11" y="7"/>
                    <a:pt x="15" y="7"/>
                  </a:cubicBezTo>
                  <a:cubicBezTo>
                    <a:pt x="18" y="7"/>
                    <a:pt x="22" y="8"/>
                    <a:pt x="25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5" y="2"/>
                    <a:pt x="20" y="0"/>
                    <a:pt x="15" y="0"/>
                  </a:cubicBezTo>
                  <a:cubicBezTo>
                    <a:pt x="7" y="0"/>
                    <a:pt x="2" y="4"/>
                    <a:pt x="2" y="11"/>
                  </a:cubicBezTo>
                  <a:cubicBezTo>
                    <a:pt x="2" y="17"/>
                    <a:pt x="5" y="20"/>
                    <a:pt x="13" y="23"/>
                  </a:cubicBezTo>
                  <a:cubicBezTo>
                    <a:pt x="19" y="25"/>
                    <a:pt x="22" y="27"/>
                    <a:pt x="22" y="30"/>
                  </a:cubicBezTo>
                  <a:cubicBezTo>
                    <a:pt x="22" y="32"/>
                    <a:pt x="20" y="34"/>
                    <a:pt x="15" y="34"/>
                  </a:cubicBezTo>
                  <a:cubicBezTo>
                    <a:pt x="11" y="34"/>
                    <a:pt x="7" y="33"/>
                    <a:pt x="4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10" y="41"/>
                    <a:pt x="15" y="41"/>
                  </a:cubicBezTo>
                  <a:cubicBezTo>
                    <a:pt x="23" y="41"/>
                    <a:pt x="30" y="38"/>
                    <a:pt x="30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7" name="Freeform 271"/>
            <p:cNvSpPr>
              <a:spLocks/>
            </p:cNvSpPr>
            <p:nvPr/>
          </p:nvSpPr>
          <p:spPr bwMode="auto">
            <a:xfrm>
              <a:off x="2848" y="832"/>
              <a:ext cx="52" cy="132"/>
            </a:xfrm>
            <a:custGeom>
              <a:avLst/>
              <a:gdLst>
                <a:gd name="T0" fmla="*/ 22 w 22"/>
                <a:gd name="T1" fmla="*/ 46 h 55"/>
                <a:gd name="T2" fmla="*/ 17 w 22"/>
                <a:gd name="T3" fmla="*/ 48 h 55"/>
                <a:gd name="T4" fmla="*/ 13 w 22"/>
                <a:gd name="T5" fmla="*/ 43 h 55"/>
                <a:gd name="T6" fmla="*/ 13 w 22"/>
                <a:gd name="T7" fmla="*/ 22 h 55"/>
                <a:gd name="T8" fmla="*/ 22 w 22"/>
                <a:gd name="T9" fmla="*/ 22 h 55"/>
                <a:gd name="T10" fmla="*/ 22 w 22"/>
                <a:gd name="T11" fmla="*/ 15 h 55"/>
                <a:gd name="T12" fmla="*/ 13 w 22"/>
                <a:gd name="T13" fmla="*/ 15 h 55"/>
                <a:gd name="T14" fmla="*/ 13 w 22"/>
                <a:gd name="T15" fmla="*/ 0 h 55"/>
                <a:gd name="T16" fmla="*/ 5 w 22"/>
                <a:gd name="T17" fmla="*/ 4 h 55"/>
                <a:gd name="T18" fmla="*/ 5 w 22"/>
                <a:gd name="T19" fmla="*/ 15 h 55"/>
                <a:gd name="T20" fmla="*/ 0 w 22"/>
                <a:gd name="T21" fmla="*/ 15 h 55"/>
                <a:gd name="T22" fmla="*/ 0 w 22"/>
                <a:gd name="T23" fmla="*/ 22 h 55"/>
                <a:gd name="T24" fmla="*/ 5 w 22"/>
                <a:gd name="T25" fmla="*/ 22 h 55"/>
                <a:gd name="T26" fmla="*/ 5 w 22"/>
                <a:gd name="T27" fmla="*/ 44 h 55"/>
                <a:gd name="T28" fmla="*/ 14 w 22"/>
                <a:gd name="T29" fmla="*/ 55 h 55"/>
                <a:gd name="T30" fmla="*/ 22 w 22"/>
                <a:gd name="T31" fmla="*/ 53 h 55"/>
                <a:gd name="T32" fmla="*/ 22 w 22"/>
                <a:gd name="T33" fmla="*/ 46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" h="55">
                  <a:moveTo>
                    <a:pt x="22" y="46"/>
                  </a:moveTo>
                  <a:cubicBezTo>
                    <a:pt x="21" y="47"/>
                    <a:pt x="19" y="48"/>
                    <a:pt x="17" y="48"/>
                  </a:cubicBezTo>
                  <a:cubicBezTo>
                    <a:pt x="14" y="48"/>
                    <a:pt x="13" y="47"/>
                    <a:pt x="13" y="4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22" y="15"/>
                    <a:pt x="22" y="15"/>
                    <a:pt x="22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51"/>
                    <a:pt x="9" y="55"/>
                    <a:pt x="14" y="55"/>
                  </a:cubicBezTo>
                  <a:cubicBezTo>
                    <a:pt x="17" y="55"/>
                    <a:pt x="20" y="54"/>
                    <a:pt x="22" y="53"/>
                  </a:cubicBezTo>
                  <a:lnTo>
                    <a:pt x="22" y="46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8" name="Freeform 272"/>
            <p:cNvSpPr>
              <a:spLocks/>
            </p:cNvSpPr>
            <p:nvPr/>
          </p:nvSpPr>
          <p:spPr bwMode="auto">
            <a:xfrm>
              <a:off x="2917" y="832"/>
              <a:ext cx="47" cy="129"/>
            </a:xfrm>
            <a:custGeom>
              <a:avLst/>
              <a:gdLst>
                <a:gd name="T0" fmla="*/ 20 w 20"/>
                <a:gd name="T1" fmla="*/ 7 h 54"/>
                <a:gd name="T2" fmla="*/ 20 w 20"/>
                <a:gd name="T3" fmla="*/ 1 h 54"/>
                <a:gd name="T4" fmla="*/ 15 w 20"/>
                <a:gd name="T5" fmla="*/ 0 h 54"/>
                <a:gd name="T6" fmla="*/ 5 w 20"/>
                <a:gd name="T7" fmla="*/ 10 h 54"/>
                <a:gd name="T8" fmla="*/ 5 w 20"/>
                <a:gd name="T9" fmla="*/ 15 h 54"/>
                <a:gd name="T10" fmla="*/ 0 w 20"/>
                <a:gd name="T11" fmla="*/ 15 h 54"/>
                <a:gd name="T12" fmla="*/ 0 w 20"/>
                <a:gd name="T13" fmla="*/ 22 h 54"/>
                <a:gd name="T14" fmla="*/ 5 w 20"/>
                <a:gd name="T15" fmla="*/ 22 h 54"/>
                <a:gd name="T16" fmla="*/ 5 w 20"/>
                <a:gd name="T17" fmla="*/ 54 h 54"/>
                <a:gd name="T18" fmla="*/ 12 w 20"/>
                <a:gd name="T19" fmla="*/ 54 h 54"/>
                <a:gd name="T20" fmla="*/ 12 w 20"/>
                <a:gd name="T21" fmla="*/ 22 h 54"/>
                <a:gd name="T22" fmla="*/ 20 w 20"/>
                <a:gd name="T23" fmla="*/ 22 h 54"/>
                <a:gd name="T24" fmla="*/ 20 w 20"/>
                <a:gd name="T25" fmla="*/ 15 h 54"/>
                <a:gd name="T26" fmla="*/ 12 w 20"/>
                <a:gd name="T27" fmla="*/ 15 h 54"/>
                <a:gd name="T28" fmla="*/ 12 w 20"/>
                <a:gd name="T29" fmla="*/ 10 h 54"/>
                <a:gd name="T30" fmla="*/ 16 w 20"/>
                <a:gd name="T31" fmla="*/ 7 h 54"/>
                <a:gd name="T32" fmla="*/ 20 w 20"/>
                <a:gd name="T33" fmla="*/ 7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0" h="54">
                  <a:moveTo>
                    <a:pt x="20" y="7"/>
                  </a:moveTo>
                  <a:cubicBezTo>
                    <a:pt x="20" y="1"/>
                    <a:pt x="20" y="1"/>
                    <a:pt x="20" y="1"/>
                  </a:cubicBezTo>
                  <a:cubicBezTo>
                    <a:pt x="19" y="0"/>
                    <a:pt x="17" y="0"/>
                    <a:pt x="15" y="0"/>
                  </a:cubicBezTo>
                  <a:cubicBezTo>
                    <a:pt x="9" y="0"/>
                    <a:pt x="5" y="3"/>
                    <a:pt x="5" y="10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54"/>
                    <a:pt x="5" y="54"/>
                    <a:pt x="5" y="54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15"/>
                    <a:pt x="20" y="15"/>
                    <a:pt x="20" y="15"/>
                  </a:cubicBezTo>
                  <a:cubicBezTo>
                    <a:pt x="12" y="15"/>
                    <a:pt x="12" y="15"/>
                    <a:pt x="12" y="15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8"/>
                    <a:pt x="13" y="7"/>
                    <a:pt x="16" y="7"/>
                  </a:cubicBezTo>
                  <a:cubicBezTo>
                    <a:pt x="17" y="7"/>
                    <a:pt x="19" y="7"/>
                    <a:pt x="20" y="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9" name="Freeform 273"/>
            <p:cNvSpPr>
              <a:spLocks noEditPoints="1"/>
            </p:cNvSpPr>
            <p:nvPr/>
          </p:nvSpPr>
          <p:spPr bwMode="auto">
            <a:xfrm>
              <a:off x="2976" y="866"/>
              <a:ext cx="73" cy="98"/>
            </a:xfrm>
            <a:custGeom>
              <a:avLst/>
              <a:gdLst>
                <a:gd name="T0" fmla="*/ 31 w 31"/>
                <a:gd name="T1" fmla="*/ 40 h 41"/>
                <a:gd name="T2" fmla="*/ 31 w 31"/>
                <a:gd name="T3" fmla="*/ 13 h 41"/>
                <a:gd name="T4" fmla="*/ 17 w 31"/>
                <a:gd name="T5" fmla="*/ 0 h 41"/>
                <a:gd name="T6" fmla="*/ 3 w 31"/>
                <a:gd name="T7" fmla="*/ 4 h 41"/>
                <a:gd name="T8" fmla="*/ 6 w 31"/>
                <a:gd name="T9" fmla="*/ 9 h 41"/>
                <a:gd name="T10" fmla="*/ 16 w 31"/>
                <a:gd name="T11" fmla="*/ 7 h 41"/>
                <a:gd name="T12" fmla="*/ 24 w 31"/>
                <a:gd name="T13" fmla="*/ 14 h 41"/>
                <a:gd name="T14" fmla="*/ 24 w 31"/>
                <a:gd name="T15" fmla="*/ 16 h 41"/>
                <a:gd name="T16" fmla="*/ 15 w 31"/>
                <a:gd name="T17" fmla="*/ 15 h 41"/>
                <a:gd name="T18" fmla="*/ 0 w 31"/>
                <a:gd name="T19" fmla="*/ 28 h 41"/>
                <a:gd name="T20" fmla="*/ 13 w 31"/>
                <a:gd name="T21" fmla="*/ 41 h 41"/>
                <a:gd name="T22" fmla="*/ 24 w 31"/>
                <a:gd name="T23" fmla="*/ 36 h 41"/>
                <a:gd name="T24" fmla="*/ 24 w 31"/>
                <a:gd name="T25" fmla="*/ 40 h 41"/>
                <a:gd name="T26" fmla="*/ 31 w 31"/>
                <a:gd name="T27" fmla="*/ 40 h 41"/>
                <a:gd name="T28" fmla="*/ 24 w 31"/>
                <a:gd name="T29" fmla="*/ 29 h 41"/>
                <a:gd name="T30" fmla="*/ 14 w 31"/>
                <a:gd name="T31" fmla="*/ 34 h 41"/>
                <a:gd name="T32" fmla="*/ 7 w 31"/>
                <a:gd name="T33" fmla="*/ 27 h 41"/>
                <a:gd name="T34" fmla="*/ 15 w 31"/>
                <a:gd name="T35" fmla="*/ 22 h 41"/>
                <a:gd name="T36" fmla="*/ 24 w 31"/>
                <a:gd name="T37" fmla="*/ 23 h 41"/>
                <a:gd name="T38" fmla="*/ 24 w 31"/>
                <a:gd name="T3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" h="41">
                  <a:moveTo>
                    <a:pt x="31" y="40"/>
                  </a:moveTo>
                  <a:cubicBezTo>
                    <a:pt x="31" y="13"/>
                    <a:pt x="31" y="13"/>
                    <a:pt x="31" y="13"/>
                  </a:cubicBezTo>
                  <a:cubicBezTo>
                    <a:pt x="31" y="4"/>
                    <a:pt x="25" y="0"/>
                    <a:pt x="17" y="0"/>
                  </a:cubicBezTo>
                  <a:cubicBezTo>
                    <a:pt x="11" y="0"/>
                    <a:pt x="7" y="1"/>
                    <a:pt x="3" y="4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9" y="8"/>
                    <a:pt x="12" y="7"/>
                    <a:pt x="16" y="7"/>
                  </a:cubicBezTo>
                  <a:cubicBezTo>
                    <a:pt x="21" y="7"/>
                    <a:pt x="24" y="9"/>
                    <a:pt x="24" y="14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2" y="15"/>
                    <a:pt x="19" y="15"/>
                    <a:pt x="15" y="15"/>
                  </a:cubicBezTo>
                  <a:cubicBezTo>
                    <a:pt x="6" y="15"/>
                    <a:pt x="0" y="19"/>
                    <a:pt x="0" y="28"/>
                  </a:cubicBezTo>
                  <a:cubicBezTo>
                    <a:pt x="0" y="37"/>
                    <a:pt x="7" y="41"/>
                    <a:pt x="13" y="41"/>
                  </a:cubicBezTo>
                  <a:cubicBezTo>
                    <a:pt x="17" y="41"/>
                    <a:pt x="21" y="39"/>
                    <a:pt x="24" y="36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  <a:moveTo>
                    <a:pt x="24" y="29"/>
                  </a:moveTo>
                  <a:cubicBezTo>
                    <a:pt x="22" y="31"/>
                    <a:pt x="18" y="34"/>
                    <a:pt x="14" y="34"/>
                  </a:cubicBezTo>
                  <a:cubicBezTo>
                    <a:pt x="9" y="34"/>
                    <a:pt x="7" y="31"/>
                    <a:pt x="7" y="27"/>
                  </a:cubicBezTo>
                  <a:cubicBezTo>
                    <a:pt x="7" y="24"/>
                    <a:pt x="10" y="22"/>
                    <a:pt x="15" y="22"/>
                  </a:cubicBezTo>
                  <a:cubicBezTo>
                    <a:pt x="19" y="22"/>
                    <a:pt x="22" y="22"/>
                    <a:pt x="24" y="23"/>
                  </a:cubicBezTo>
                  <a:lnTo>
                    <a:pt x="24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0" name="Freeform 274"/>
            <p:cNvSpPr>
              <a:spLocks/>
            </p:cNvSpPr>
            <p:nvPr/>
          </p:nvSpPr>
          <p:spPr bwMode="auto">
            <a:xfrm>
              <a:off x="3078" y="832"/>
              <a:ext cx="16" cy="129"/>
            </a:xfrm>
            <a:custGeom>
              <a:avLst/>
              <a:gdLst>
                <a:gd name="T0" fmla="*/ 16 w 16"/>
                <a:gd name="T1" fmla="*/ 129 h 129"/>
                <a:gd name="T2" fmla="*/ 16 w 16"/>
                <a:gd name="T3" fmla="*/ 0 h 129"/>
                <a:gd name="T4" fmla="*/ 0 w 16"/>
                <a:gd name="T5" fmla="*/ 10 h 129"/>
                <a:gd name="T6" fmla="*/ 0 w 16"/>
                <a:gd name="T7" fmla="*/ 129 h 129"/>
                <a:gd name="T8" fmla="*/ 16 w 16"/>
                <a:gd name="T9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29">
                  <a:moveTo>
                    <a:pt x="16" y="129"/>
                  </a:moveTo>
                  <a:lnTo>
                    <a:pt x="16" y="0"/>
                  </a:lnTo>
                  <a:lnTo>
                    <a:pt x="0" y="10"/>
                  </a:lnTo>
                  <a:lnTo>
                    <a:pt x="0" y="129"/>
                  </a:lnTo>
                  <a:lnTo>
                    <a:pt x="16" y="1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1" name="Freeform 275"/>
            <p:cNvSpPr>
              <a:spLocks noEditPoints="1"/>
            </p:cNvSpPr>
            <p:nvPr/>
          </p:nvSpPr>
          <p:spPr bwMode="auto">
            <a:xfrm>
              <a:off x="3118" y="866"/>
              <a:ext cx="81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6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9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4" y="33"/>
                    <a:pt x="21" y="34"/>
                    <a:pt x="18" y="34"/>
                  </a:cubicBezTo>
                  <a:cubicBezTo>
                    <a:pt x="13" y="34"/>
                    <a:pt x="9" y="31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1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2" name="Freeform 276"/>
            <p:cNvSpPr>
              <a:spLocks/>
            </p:cNvSpPr>
            <p:nvPr/>
          </p:nvSpPr>
          <p:spPr bwMode="auto">
            <a:xfrm>
              <a:off x="3220" y="866"/>
              <a:ext cx="76" cy="95"/>
            </a:xfrm>
            <a:custGeom>
              <a:avLst/>
              <a:gdLst>
                <a:gd name="T0" fmla="*/ 32 w 32"/>
                <a:gd name="T1" fmla="*/ 40 h 40"/>
                <a:gd name="T2" fmla="*/ 32 w 32"/>
                <a:gd name="T3" fmla="*/ 18 h 40"/>
                <a:gd name="T4" fmla="*/ 18 w 32"/>
                <a:gd name="T5" fmla="*/ 0 h 40"/>
                <a:gd name="T6" fmla="*/ 8 w 32"/>
                <a:gd name="T7" fmla="*/ 5 h 40"/>
                <a:gd name="T8" fmla="*/ 8 w 32"/>
                <a:gd name="T9" fmla="*/ 1 h 40"/>
                <a:gd name="T10" fmla="*/ 0 w 32"/>
                <a:gd name="T11" fmla="*/ 1 h 40"/>
                <a:gd name="T12" fmla="*/ 0 w 32"/>
                <a:gd name="T13" fmla="*/ 40 h 40"/>
                <a:gd name="T14" fmla="*/ 8 w 32"/>
                <a:gd name="T15" fmla="*/ 40 h 40"/>
                <a:gd name="T16" fmla="*/ 8 w 32"/>
                <a:gd name="T17" fmla="*/ 17 h 40"/>
                <a:gd name="T18" fmla="*/ 16 w 32"/>
                <a:gd name="T19" fmla="*/ 7 h 40"/>
                <a:gd name="T20" fmla="*/ 24 w 32"/>
                <a:gd name="T21" fmla="*/ 18 h 40"/>
                <a:gd name="T22" fmla="*/ 24 w 32"/>
                <a:gd name="T23" fmla="*/ 40 h 40"/>
                <a:gd name="T24" fmla="*/ 32 w 32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40"/>
                  </a:moveTo>
                  <a:cubicBezTo>
                    <a:pt x="32" y="18"/>
                    <a:pt x="32" y="18"/>
                    <a:pt x="32" y="18"/>
                  </a:cubicBezTo>
                  <a:cubicBezTo>
                    <a:pt x="32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6" y="7"/>
                  </a:cubicBezTo>
                  <a:cubicBezTo>
                    <a:pt x="21" y="7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2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3" name="Rectangle 277"/>
            <p:cNvSpPr>
              <a:spLocks noChangeArrowheads="1"/>
            </p:cNvSpPr>
            <p:nvPr/>
          </p:nvSpPr>
          <p:spPr bwMode="auto">
            <a:xfrm>
              <a:off x="3317" y="887"/>
              <a:ext cx="45" cy="17"/>
            </a:xfrm>
            <a:prstGeom prst="rect">
              <a:avLst/>
            </a:pr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4" name="Freeform 278"/>
            <p:cNvSpPr>
              <a:spLocks/>
            </p:cNvSpPr>
            <p:nvPr/>
          </p:nvSpPr>
          <p:spPr bwMode="auto">
            <a:xfrm>
              <a:off x="3388" y="837"/>
              <a:ext cx="80" cy="124"/>
            </a:xfrm>
            <a:custGeom>
              <a:avLst/>
              <a:gdLst>
                <a:gd name="T0" fmla="*/ 80 w 80"/>
                <a:gd name="T1" fmla="*/ 124 h 124"/>
                <a:gd name="T2" fmla="*/ 80 w 80"/>
                <a:gd name="T3" fmla="*/ 105 h 124"/>
                <a:gd name="T4" fmla="*/ 19 w 80"/>
                <a:gd name="T5" fmla="*/ 105 h 124"/>
                <a:gd name="T6" fmla="*/ 19 w 80"/>
                <a:gd name="T7" fmla="*/ 0 h 124"/>
                <a:gd name="T8" fmla="*/ 0 w 80"/>
                <a:gd name="T9" fmla="*/ 0 h 124"/>
                <a:gd name="T10" fmla="*/ 0 w 80"/>
                <a:gd name="T11" fmla="*/ 124 h 124"/>
                <a:gd name="T12" fmla="*/ 80 w 80"/>
                <a:gd name="T13" fmla="*/ 12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0" h="124">
                  <a:moveTo>
                    <a:pt x="80" y="124"/>
                  </a:moveTo>
                  <a:lnTo>
                    <a:pt x="80" y="105"/>
                  </a:lnTo>
                  <a:lnTo>
                    <a:pt x="19" y="105"/>
                  </a:lnTo>
                  <a:lnTo>
                    <a:pt x="19" y="0"/>
                  </a:lnTo>
                  <a:lnTo>
                    <a:pt x="0" y="0"/>
                  </a:lnTo>
                  <a:lnTo>
                    <a:pt x="0" y="124"/>
                  </a:lnTo>
                  <a:lnTo>
                    <a:pt x="80" y="12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5" name="Freeform 279"/>
            <p:cNvSpPr>
              <a:spLocks noEditPoints="1"/>
            </p:cNvSpPr>
            <p:nvPr/>
          </p:nvSpPr>
          <p:spPr bwMode="auto">
            <a:xfrm>
              <a:off x="3487" y="832"/>
              <a:ext cx="24" cy="129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2"/>
                    <a:pt x="8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8"/>
                    <a:pt x="3" y="10"/>
                    <a:pt x="5" y="10"/>
                  </a:cubicBezTo>
                  <a:cubicBezTo>
                    <a:pt x="8" y="10"/>
                    <a:pt x="10" y="8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6" name="Freeform 280"/>
            <p:cNvSpPr>
              <a:spLocks noEditPoints="1"/>
            </p:cNvSpPr>
            <p:nvPr/>
          </p:nvSpPr>
          <p:spPr bwMode="auto">
            <a:xfrm>
              <a:off x="3537" y="866"/>
              <a:ext cx="78" cy="129"/>
            </a:xfrm>
            <a:custGeom>
              <a:avLst/>
              <a:gdLst>
                <a:gd name="T0" fmla="*/ 33 w 33"/>
                <a:gd name="T1" fmla="*/ 21 h 54"/>
                <a:gd name="T2" fmla="*/ 18 w 33"/>
                <a:gd name="T3" fmla="*/ 0 h 54"/>
                <a:gd name="T4" fmla="*/ 7 w 33"/>
                <a:gd name="T5" fmla="*/ 5 h 54"/>
                <a:gd name="T6" fmla="*/ 7 w 33"/>
                <a:gd name="T7" fmla="*/ 1 h 54"/>
                <a:gd name="T8" fmla="*/ 0 w 33"/>
                <a:gd name="T9" fmla="*/ 1 h 54"/>
                <a:gd name="T10" fmla="*/ 0 w 33"/>
                <a:gd name="T11" fmla="*/ 54 h 54"/>
                <a:gd name="T12" fmla="*/ 7 w 33"/>
                <a:gd name="T13" fmla="*/ 50 h 54"/>
                <a:gd name="T14" fmla="*/ 7 w 33"/>
                <a:gd name="T15" fmla="*/ 36 h 54"/>
                <a:gd name="T16" fmla="*/ 17 w 33"/>
                <a:gd name="T17" fmla="*/ 41 h 54"/>
                <a:gd name="T18" fmla="*/ 33 w 33"/>
                <a:gd name="T19" fmla="*/ 21 h 54"/>
                <a:gd name="T20" fmla="*/ 25 w 33"/>
                <a:gd name="T21" fmla="*/ 21 h 54"/>
                <a:gd name="T22" fmla="*/ 17 w 33"/>
                <a:gd name="T23" fmla="*/ 34 h 54"/>
                <a:gd name="T24" fmla="*/ 7 w 33"/>
                <a:gd name="T25" fmla="*/ 29 h 54"/>
                <a:gd name="T26" fmla="*/ 7 w 33"/>
                <a:gd name="T27" fmla="*/ 12 h 54"/>
                <a:gd name="T28" fmla="*/ 16 w 33"/>
                <a:gd name="T29" fmla="*/ 7 h 54"/>
                <a:gd name="T30" fmla="*/ 25 w 33"/>
                <a:gd name="T31" fmla="*/ 2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54">
                  <a:moveTo>
                    <a:pt x="33" y="21"/>
                  </a:moveTo>
                  <a:cubicBezTo>
                    <a:pt x="33" y="6"/>
                    <a:pt x="26" y="0"/>
                    <a:pt x="18" y="0"/>
                  </a:cubicBezTo>
                  <a:cubicBezTo>
                    <a:pt x="14" y="0"/>
                    <a:pt x="10" y="2"/>
                    <a:pt x="7" y="5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10" y="39"/>
                    <a:pt x="13" y="41"/>
                    <a:pt x="17" y="41"/>
                  </a:cubicBezTo>
                  <a:cubicBezTo>
                    <a:pt x="25" y="41"/>
                    <a:pt x="33" y="34"/>
                    <a:pt x="33" y="21"/>
                  </a:cubicBezTo>
                  <a:close/>
                  <a:moveTo>
                    <a:pt x="25" y="21"/>
                  </a:moveTo>
                  <a:cubicBezTo>
                    <a:pt x="25" y="30"/>
                    <a:pt x="22" y="34"/>
                    <a:pt x="17" y="34"/>
                  </a:cubicBezTo>
                  <a:cubicBezTo>
                    <a:pt x="13" y="34"/>
                    <a:pt x="9" y="31"/>
                    <a:pt x="7" y="29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9" y="10"/>
                    <a:pt x="13" y="7"/>
                    <a:pt x="16" y="7"/>
                  </a:cubicBezTo>
                  <a:cubicBezTo>
                    <a:pt x="22" y="7"/>
                    <a:pt x="25" y="11"/>
                    <a:pt x="25" y="21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7" name="Freeform 281"/>
            <p:cNvSpPr>
              <a:spLocks noEditPoints="1"/>
            </p:cNvSpPr>
            <p:nvPr/>
          </p:nvSpPr>
          <p:spPr bwMode="auto">
            <a:xfrm>
              <a:off x="3636" y="866"/>
              <a:ext cx="79" cy="129"/>
            </a:xfrm>
            <a:custGeom>
              <a:avLst/>
              <a:gdLst>
                <a:gd name="T0" fmla="*/ 33 w 33"/>
                <a:gd name="T1" fmla="*/ 21 h 54"/>
                <a:gd name="T2" fmla="*/ 18 w 33"/>
                <a:gd name="T3" fmla="*/ 0 h 54"/>
                <a:gd name="T4" fmla="*/ 8 w 33"/>
                <a:gd name="T5" fmla="*/ 5 h 54"/>
                <a:gd name="T6" fmla="*/ 8 w 33"/>
                <a:gd name="T7" fmla="*/ 1 h 54"/>
                <a:gd name="T8" fmla="*/ 0 w 33"/>
                <a:gd name="T9" fmla="*/ 1 h 54"/>
                <a:gd name="T10" fmla="*/ 0 w 33"/>
                <a:gd name="T11" fmla="*/ 54 h 54"/>
                <a:gd name="T12" fmla="*/ 8 w 33"/>
                <a:gd name="T13" fmla="*/ 50 h 54"/>
                <a:gd name="T14" fmla="*/ 8 w 33"/>
                <a:gd name="T15" fmla="*/ 36 h 54"/>
                <a:gd name="T16" fmla="*/ 18 w 33"/>
                <a:gd name="T17" fmla="*/ 41 h 54"/>
                <a:gd name="T18" fmla="*/ 33 w 33"/>
                <a:gd name="T19" fmla="*/ 21 h 54"/>
                <a:gd name="T20" fmla="*/ 25 w 33"/>
                <a:gd name="T21" fmla="*/ 21 h 54"/>
                <a:gd name="T22" fmla="*/ 17 w 33"/>
                <a:gd name="T23" fmla="*/ 34 h 54"/>
                <a:gd name="T24" fmla="*/ 8 w 33"/>
                <a:gd name="T25" fmla="*/ 29 h 54"/>
                <a:gd name="T26" fmla="*/ 8 w 33"/>
                <a:gd name="T27" fmla="*/ 12 h 54"/>
                <a:gd name="T28" fmla="*/ 17 w 33"/>
                <a:gd name="T29" fmla="*/ 7 h 54"/>
                <a:gd name="T30" fmla="*/ 25 w 33"/>
                <a:gd name="T31" fmla="*/ 2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54">
                  <a:moveTo>
                    <a:pt x="33" y="21"/>
                  </a:moveTo>
                  <a:cubicBezTo>
                    <a:pt x="33" y="6"/>
                    <a:pt x="27" y="0"/>
                    <a:pt x="18" y="0"/>
                  </a:cubicBezTo>
                  <a:cubicBezTo>
                    <a:pt x="14" y="0"/>
                    <a:pt x="11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10" y="39"/>
                    <a:pt x="14" y="41"/>
                    <a:pt x="18" y="41"/>
                  </a:cubicBezTo>
                  <a:cubicBezTo>
                    <a:pt x="26" y="41"/>
                    <a:pt x="33" y="34"/>
                    <a:pt x="33" y="21"/>
                  </a:cubicBezTo>
                  <a:close/>
                  <a:moveTo>
                    <a:pt x="25" y="21"/>
                  </a:moveTo>
                  <a:cubicBezTo>
                    <a:pt x="25" y="30"/>
                    <a:pt x="23" y="34"/>
                    <a:pt x="17" y="34"/>
                  </a:cubicBezTo>
                  <a:cubicBezTo>
                    <a:pt x="13" y="34"/>
                    <a:pt x="10" y="31"/>
                    <a:pt x="8" y="29"/>
                  </a:cubicBezTo>
                  <a:cubicBezTo>
                    <a:pt x="8" y="12"/>
                    <a:pt x="8" y="12"/>
                    <a:pt x="8" y="12"/>
                  </a:cubicBezTo>
                  <a:cubicBezTo>
                    <a:pt x="10" y="10"/>
                    <a:pt x="13" y="7"/>
                    <a:pt x="17" y="7"/>
                  </a:cubicBezTo>
                  <a:cubicBezTo>
                    <a:pt x="22" y="7"/>
                    <a:pt x="25" y="11"/>
                    <a:pt x="25" y="21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8" name="Freeform 282"/>
            <p:cNvSpPr>
              <a:spLocks noEditPoints="1"/>
            </p:cNvSpPr>
            <p:nvPr/>
          </p:nvSpPr>
          <p:spPr bwMode="auto">
            <a:xfrm>
              <a:off x="3734" y="866"/>
              <a:ext cx="80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0 w 34"/>
                <a:gd name="T9" fmla="*/ 36 h 41"/>
                <a:gd name="T10" fmla="*/ 26 w 34"/>
                <a:gd name="T11" fmla="*/ 31 h 41"/>
                <a:gd name="T12" fmla="*/ 17 w 34"/>
                <a:gd name="T13" fmla="*/ 34 h 41"/>
                <a:gd name="T14" fmla="*/ 7 w 34"/>
                <a:gd name="T15" fmla="*/ 23 h 41"/>
                <a:gd name="T16" fmla="*/ 33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0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7" y="34"/>
                  </a:cubicBezTo>
                  <a:cubicBezTo>
                    <a:pt x="13" y="34"/>
                    <a:pt x="8" y="31"/>
                    <a:pt x="7" y="23"/>
                  </a:cubicBezTo>
                  <a:cubicBezTo>
                    <a:pt x="33" y="23"/>
                    <a:pt x="33" y="23"/>
                    <a:pt x="33" y="23"/>
                  </a:cubicBezTo>
                  <a:cubicBezTo>
                    <a:pt x="33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7" y="7"/>
                  </a:cubicBezTo>
                  <a:cubicBezTo>
                    <a:pt x="23" y="7"/>
                    <a:pt x="25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9" name="Freeform 283"/>
            <p:cNvSpPr>
              <a:spLocks/>
            </p:cNvSpPr>
            <p:nvPr/>
          </p:nvSpPr>
          <p:spPr bwMode="auto">
            <a:xfrm>
              <a:off x="2526" y="612"/>
              <a:ext cx="107" cy="125"/>
            </a:xfrm>
            <a:custGeom>
              <a:avLst/>
              <a:gdLst>
                <a:gd name="T0" fmla="*/ 45 w 45"/>
                <a:gd name="T1" fmla="*/ 0 h 52"/>
                <a:gd name="T2" fmla="*/ 36 w 45"/>
                <a:gd name="T3" fmla="*/ 0 h 52"/>
                <a:gd name="T4" fmla="*/ 25 w 45"/>
                <a:gd name="T5" fmla="*/ 33 h 52"/>
                <a:gd name="T6" fmla="*/ 23 w 45"/>
                <a:gd name="T7" fmla="*/ 43 h 52"/>
                <a:gd name="T8" fmla="*/ 20 w 45"/>
                <a:gd name="T9" fmla="*/ 33 h 52"/>
                <a:gd name="T10" fmla="*/ 9 w 45"/>
                <a:gd name="T11" fmla="*/ 0 h 52"/>
                <a:gd name="T12" fmla="*/ 0 w 45"/>
                <a:gd name="T13" fmla="*/ 0 h 52"/>
                <a:gd name="T14" fmla="*/ 18 w 45"/>
                <a:gd name="T15" fmla="*/ 52 h 52"/>
                <a:gd name="T16" fmla="*/ 27 w 45"/>
                <a:gd name="T17" fmla="*/ 52 h 52"/>
                <a:gd name="T18" fmla="*/ 45 w 45"/>
                <a:gd name="T19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5" h="52">
                  <a:moveTo>
                    <a:pt x="45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6"/>
                    <a:pt x="23" y="41"/>
                    <a:pt x="23" y="43"/>
                  </a:cubicBezTo>
                  <a:cubicBezTo>
                    <a:pt x="22" y="41"/>
                    <a:pt x="21" y="37"/>
                    <a:pt x="20" y="33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" y="52"/>
                    <a:pt x="18" y="52"/>
                    <a:pt x="18" y="52"/>
                  </a:cubicBezTo>
                  <a:cubicBezTo>
                    <a:pt x="27" y="52"/>
                    <a:pt x="27" y="52"/>
                    <a:pt x="27" y="52"/>
                  </a:cubicBezTo>
                  <a:lnTo>
                    <a:pt x="45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0" name="Freeform 284"/>
            <p:cNvSpPr>
              <a:spLocks noEditPoints="1"/>
            </p:cNvSpPr>
            <p:nvPr/>
          </p:nvSpPr>
          <p:spPr bwMode="auto">
            <a:xfrm>
              <a:off x="2628" y="641"/>
              <a:ext cx="78" cy="98"/>
            </a:xfrm>
            <a:custGeom>
              <a:avLst/>
              <a:gdLst>
                <a:gd name="T0" fmla="*/ 33 w 33"/>
                <a:gd name="T1" fmla="*/ 20 h 41"/>
                <a:gd name="T2" fmla="*/ 17 w 33"/>
                <a:gd name="T3" fmla="*/ 0 h 41"/>
                <a:gd name="T4" fmla="*/ 0 w 33"/>
                <a:gd name="T5" fmla="*/ 21 h 41"/>
                <a:gd name="T6" fmla="*/ 16 w 33"/>
                <a:gd name="T7" fmla="*/ 41 h 41"/>
                <a:gd name="T8" fmla="*/ 30 w 33"/>
                <a:gd name="T9" fmla="*/ 36 h 41"/>
                <a:gd name="T10" fmla="*/ 25 w 33"/>
                <a:gd name="T11" fmla="*/ 31 h 41"/>
                <a:gd name="T12" fmla="*/ 17 w 33"/>
                <a:gd name="T13" fmla="*/ 34 h 41"/>
                <a:gd name="T14" fmla="*/ 7 w 33"/>
                <a:gd name="T15" fmla="*/ 24 h 41"/>
                <a:gd name="T16" fmla="*/ 33 w 33"/>
                <a:gd name="T17" fmla="*/ 24 h 41"/>
                <a:gd name="T18" fmla="*/ 33 w 33"/>
                <a:gd name="T19" fmla="*/ 20 h 41"/>
                <a:gd name="T20" fmla="*/ 25 w 33"/>
                <a:gd name="T21" fmla="*/ 17 h 41"/>
                <a:gd name="T22" fmla="*/ 7 w 33"/>
                <a:gd name="T23" fmla="*/ 17 h 41"/>
                <a:gd name="T24" fmla="*/ 16 w 33"/>
                <a:gd name="T25" fmla="*/ 7 h 41"/>
                <a:gd name="T26" fmla="*/ 25 w 33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" h="41">
                  <a:moveTo>
                    <a:pt x="33" y="20"/>
                  </a:moveTo>
                  <a:cubicBezTo>
                    <a:pt x="33" y="9"/>
                    <a:pt x="28" y="0"/>
                    <a:pt x="17" y="0"/>
                  </a:cubicBezTo>
                  <a:cubicBezTo>
                    <a:pt x="7" y="0"/>
                    <a:pt x="0" y="8"/>
                    <a:pt x="0" y="21"/>
                  </a:cubicBezTo>
                  <a:cubicBezTo>
                    <a:pt x="0" y="34"/>
                    <a:pt x="7" y="41"/>
                    <a:pt x="16" y="41"/>
                  </a:cubicBezTo>
                  <a:cubicBezTo>
                    <a:pt x="22" y="41"/>
                    <a:pt x="27" y="39"/>
                    <a:pt x="30" y="36"/>
                  </a:cubicBezTo>
                  <a:cubicBezTo>
                    <a:pt x="25" y="31"/>
                    <a:pt x="25" y="31"/>
                    <a:pt x="25" y="31"/>
                  </a:cubicBezTo>
                  <a:cubicBezTo>
                    <a:pt x="23" y="33"/>
                    <a:pt x="20" y="34"/>
                    <a:pt x="17" y="34"/>
                  </a:cubicBezTo>
                  <a:cubicBezTo>
                    <a:pt x="12" y="34"/>
                    <a:pt x="8" y="31"/>
                    <a:pt x="7" y="24"/>
                  </a:cubicBezTo>
                  <a:cubicBezTo>
                    <a:pt x="33" y="24"/>
                    <a:pt x="33" y="24"/>
                    <a:pt x="33" y="24"/>
                  </a:cubicBezTo>
                  <a:cubicBezTo>
                    <a:pt x="33" y="23"/>
                    <a:pt x="33" y="21"/>
                    <a:pt x="33" y="20"/>
                  </a:cubicBezTo>
                  <a:close/>
                  <a:moveTo>
                    <a:pt x="25" y="17"/>
                  </a:moveTo>
                  <a:cubicBezTo>
                    <a:pt x="7" y="17"/>
                    <a:pt x="7" y="17"/>
                    <a:pt x="7" y="17"/>
                  </a:cubicBezTo>
                  <a:cubicBezTo>
                    <a:pt x="8" y="11"/>
                    <a:pt x="11" y="7"/>
                    <a:pt x="16" y="7"/>
                  </a:cubicBezTo>
                  <a:cubicBezTo>
                    <a:pt x="23" y="7"/>
                    <a:pt x="25" y="12"/>
                    <a:pt x="25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1" name="Freeform 285"/>
            <p:cNvSpPr>
              <a:spLocks/>
            </p:cNvSpPr>
            <p:nvPr/>
          </p:nvSpPr>
          <p:spPr bwMode="auto">
            <a:xfrm>
              <a:off x="2730" y="641"/>
              <a:ext cx="54" cy="96"/>
            </a:xfrm>
            <a:custGeom>
              <a:avLst/>
              <a:gdLst>
                <a:gd name="T0" fmla="*/ 23 w 23"/>
                <a:gd name="T1" fmla="*/ 2 h 40"/>
                <a:gd name="T2" fmla="*/ 16 w 23"/>
                <a:gd name="T3" fmla="*/ 0 h 40"/>
                <a:gd name="T4" fmla="*/ 7 w 23"/>
                <a:gd name="T5" fmla="*/ 5 h 40"/>
                <a:gd name="T6" fmla="*/ 7 w 23"/>
                <a:gd name="T7" fmla="*/ 1 h 40"/>
                <a:gd name="T8" fmla="*/ 0 w 23"/>
                <a:gd name="T9" fmla="*/ 1 h 40"/>
                <a:gd name="T10" fmla="*/ 0 w 23"/>
                <a:gd name="T11" fmla="*/ 40 h 40"/>
                <a:gd name="T12" fmla="*/ 7 w 23"/>
                <a:gd name="T13" fmla="*/ 40 h 40"/>
                <a:gd name="T14" fmla="*/ 7 w 23"/>
                <a:gd name="T15" fmla="*/ 18 h 40"/>
                <a:gd name="T16" fmla="*/ 15 w 23"/>
                <a:gd name="T17" fmla="*/ 8 h 40"/>
                <a:gd name="T18" fmla="*/ 21 w 23"/>
                <a:gd name="T19" fmla="*/ 9 h 40"/>
                <a:gd name="T20" fmla="*/ 23 w 23"/>
                <a:gd name="T21" fmla="*/ 2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3" h="40">
                  <a:moveTo>
                    <a:pt x="23" y="2"/>
                  </a:moveTo>
                  <a:cubicBezTo>
                    <a:pt x="21" y="1"/>
                    <a:pt x="19" y="0"/>
                    <a:pt x="16" y="0"/>
                  </a:cubicBezTo>
                  <a:cubicBezTo>
                    <a:pt x="12" y="0"/>
                    <a:pt x="9" y="2"/>
                    <a:pt x="7" y="5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1"/>
                    <a:pt x="10" y="8"/>
                    <a:pt x="15" y="8"/>
                  </a:cubicBezTo>
                  <a:cubicBezTo>
                    <a:pt x="18" y="8"/>
                    <a:pt x="19" y="8"/>
                    <a:pt x="21" y="9"/>
                  </a:cubicBezTo>
                  <a:lnTo>
                    <a:pt x="23" y="2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2" name="Freeform 286"/>
            <p:cNvSpPr>
              <a:spLocks noEditPoints="1"/>
            </p:cNvSpPr>
            <p:nvPr/>
          </p:nvSpPr>
          <p:spPr bwMode="auto">
            <a:xfrm>
              <a:off x="2794" y="641"/>
              <a:ext cx="80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1 h 41"/>
                <a:gd name="T6" fmla="*/ 17 w 34"/>
                <a:gd name="T7" fmla="*/ 41 h 41"/>
                <a:gd name="T8" fmla="*/ 31 w 34"/>
                <a:gd name="T9" fmla="*/ 36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4 h 41"/>
                <a:gd name="T16" fmla="*/ 34 w 34"/>
                <a:gd name="T17" fmla="*/ 24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8"/>
                    <a:pt x="0" y="21"/>
                  </a:cubicBezTo>
                  <a:cubicBezTo>
                    <a:pt x="0" y="34"/>
                    <a:pt x="8" y="41"/>
                    <a:pt x="17" y="41"/>
                  </a:cubicBezTo>
                  <a:cubicBezTo>
                    <a:pt x="23" y="41"/>
                    <a:pt x="27" y="39"/>
                    <a:pt x="31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8" y="34"/>
                  </a:cubicBezTo>
                  <a:cubicBezTo>
                    <a:pt x="13" y="34"/>
                    <a:pt x="8" y="31"/>
                    <a:pt x="8" y="24"/>
                  </a:cubicBezTo>
                  <a:cubicBezTo>
                    <a:pt x="34" y="24"/>
                    <a:pt x="34" y="24"/>
                    <a:pt x="34" y="24"/>
                  </a:cubicBezTo>
                  <a:cubicBezTo>
                    <a:pt x="34" y="23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2" y="7"/>
                    <a:pt x="17" y="7"/>
                  </a:cubicBezTo>
                  <a:cubicBezTo>
                    <a:pt x="23" y="7"/>
                    <a:pt x="26" y="12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3" name="Freeform 287"/>
            <p:cNvSpPr>
              <a:spLocks noEditPoints="1"/>
            </p:cNvSpPr>
            <p:nvPr/>
          </p:nvSpPr>
          <p:spPr bwMode="auto">
            <a:xfrm>
              <a:off x="2896" y="608"/>
              <a:ext cx="21" cy="129"/>
            </a:xfrm>
            <a:custGeom>
              <a:avLst/>
              <a:gdLst>
                <a:gd name="T0" fmla="*/ 9 w 9"/>
                <a:gd name="T1" fmla="*/ 5 h 54"/>
                <a:gd name="T2" fmla="*/ 5 w 9"/>
                <a:gd name="T3" fmla="*/ 0 h 54"/>
                <a:gd name="T4" fmla="*/ 0 w 9"/>
                <a:gd name="T5" fmla="*/ 5 h 54"/>
                <a:gd name="T6" fmla="*/ 5 w 9"/>
                <a:gd name="T7" fmla="*/ 10 h 54"/>
                <a:gd name="T8" fmla="*/ 9 w 9"/>
                <a:gd name="T9" fmla="*/ 5 h 54"/>
                <a:gd name="T10" fmla="*/ 8 w 9"/>
                <a:gd name="T11" fmla="*/ 54 h 54"/>
                <a:gd name="T12" fmla="*/ 8 w 9"/>
                <a:gd name="T13" fmla="*/ 15 h 54"/>
                <a:gd name="T14" fmla="*/ 1 w 9"/>
                <a:gd name="T15" fmla="*/ 15 h 54"/>
                <a:gd name="T16" fmla="*/ 1 w 9"/>
                <a:gd name="T17" fmla="*/ 54 h 54"/>
                <a:gd name="T18" fmla="*/ 8 w 9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54">
                  <a:moveTo>
                    <a:pt x="9" y="5"/>
                  </a:moveTo>
                  <a:cubicBezTo>
                    <a:pt x="9" y="3"/>
                    <a:pt x="7" y="0"/>
                    <a:pt x="5" y="0"/>
                  </a:cubicBezTo>
                  <a:cubicBezTo>
                    <a:pt x="2" y="0"/>
                    <a:pt x="0" y="3"/>
                    <a:pt x="0" y="5"/>
                  </a:cubicBezTo>
                  <a:cubicBezTo>
                    <a:pt x="0" y="8"/>
                    <a:pt x="2" y="10"/>
                    <a:pt x="5" y="10"/>
                  </a:cubicBezTo>
                  <a:cubicBezTo>
                    <a:pt x="7" y="10"/>
                    <a:pt x="9" y="8"/>
                    <a:pt x="9" y="5"/>
                  </a:cubicBezTo>
                  <a:close/>
                  <a:moveTo>
                    <a:pt x="8" y="54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8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4" name="Freeform 288"/>
            <p:cNvSpPr>
              <a:spLocks/>
            </p:cNvSpPr>
            <p:nvPr/>
          </p:nvSpPr>
          <p:spPr bwMode="auto">
            <a:xfrm>
              <a:off x="2943" y="641"/>
              <a:ext cx="73" cy="96"/>
            </a:xfrm>
            <a:custGeom>
              <a:avLst/>
              <a:gdLst>
                <a:gd name="T0" fmla="*/ 31 w 31"/>
                <a:gd name="T1" fmla="*/ 40 h 40"/>
                <a:gd name="T2" fmla="*/ 31 w 31"/>
                <a:gd name="T3" fmla="*/ 18 h 40"/>
                <a:gd name="T4" fmla="*/ 18 w 31"/>
                <a:gd name="T5" fmla="*/ 0 h 40"/>
                <a:gd name="T6" fmla="*/ 8 w 31"/>
                <a:gd name="T7" fmla="*/ 5 h 40"/>
                <a:gd name="T8" fmla="*/ 8 w 31"/>
                <a:gd name="T9" fmla="*/ 1 h 40"/>
                <a:gd name="T10" fmla="*/ 0 w 31"/>
                <a:gd name="T11" fmla="*/ 1 h 40"/>
                <a:gd name="T12" fmla="*/ 0 w 31"/>
                <a:gd name="T13" fmla="*/ 40 h 40"/>
                <a:gd name="T14" fmla="*/ 8 w 31"/>
                <a:gd name="T15" fmla="*/ 40 h 40"/>
                <a:gd name="T16" fmla="*/ 8 w 31"/>
                <a:gd name="T17" fmla="*/ 18 h 40"/>
                <a:gd name="T18" fmla="*/ 16 w 31"/>
                <a:gd name="T19" fmla="*/ 8 h 40"/>
                <a:gd name="T20" fmla="*/ 24 w 31"/>
                <a:gd name="T21" fmla="*/ 18 h 40"/>
                <a:gd name="T22" fmla="*/ 24 w 31"/>
                <a:gd name="T23" fmla="*/ 40 h 40"/>
                <a:gd name="T24" fmla="*/ 31 w 31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40">
                  <a:moveTo>
                    <a:pt x="31" y="40"/>
                  </a:moveTo>
                  <a:cubicBezTo>
                    <a:pt x="31" y="18"/>
                    <a:pt x="31" y="18"/>
                    <a:pt x="31" y="18"/>
                  </a:cubicBezTo>
                  <a:cubicBezTo>
                    <a:pt x="31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1"/>
                    <a:pt x="11" y="8"/>
                    <a:pt x="16" y="8"/>
                  </a:cubicBezTo>
                  <a:cubicBezTo>
                    <a:pt x="21" y="8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5" name="Freeform 289"/>
            <p:cNvSpPr>
              <a:spLocks noEditPoints="1"/>
            </p:cNvSpPr>
            <p:nvPr/>
          </p:nvSpPr>
          <p:spPr bwMode="auto">
            <a:xfrm>
              <a:off x="3042" y="608"/>
              <a:ext cx="24" cy="129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3"/>
                    <a:pt x="7" y="0"/>
                    <a:pt x="5" y="0"/>
                  </a:cubicBezTo>
                  <a:cubicBezTo>
                    <a:pt x="2" y="0"/>
                    <a:pt x="0" y="3"/>
                    <a:pt x="0" y="5"/>
                  </a:cubicBezTo>
                  <a:cubicBezTo>
                    <a:pt x="0" y="8"/>
                    <a:pt x="2" y="10"/>
                    <a:pt x="5" y="10"/>
                  </a:cubicBezTo>
                  <a:cubicBezTo>
                    <a:pt x="7" y="10"/>
                    <a:pt x="10" y="8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6" name="Freeform 290"/>
            <p:cNvSpPr>
              <a:spLocks noEditPoints="1"/>
            </p:cNvSpPr>
            <p:nvPr/>
          </p:nvSpPr>
          <p:spPr bwMode="auto">
            <a:xfrm>
              <a:off x="3087" y="641"/>
              <a:ext cx="76" cy="131"/>
            </a:xfrm>
            <a:custGeom>
              <a:avLst/>
              <a:gdLst>
                <a:gd name="T0" fmla="*/ 32 w 32"/>
                <a:gd name="T1" fmla="*/ 37 h 55"/>
                <a:gd name="T2" fmla="*/ 32 w 32"/>
                <a:gd name="T3" fmla="*/ 1 h 55"/>
                <a:gd name="T4" fmla="*/ 25 w 32"/>
                <a:gd name="T5" fmla="*/ 1 h 55"/>
                <a:gd name="T6" fmla="*/ 25 w 32"/>
                <a:gd name="T7" fmla="*/ 5 h 55"/>
                <a:gd name="T8" fmla="*/ 15 w 32"/>
                <a:gd name="T9" fmla="*/ 0 h 55"/>
                <a:gd name="T10" fmla="*/ 0 w 32"/>
                <a:gd name="T11" fmla="*/ 20 h 55"/>
                <a:gd name="T12" fmla="*/ 15 w 32"/>
                <a:gd name="T13" fmla="*/ 41 h 55"/>
                <a:gd name="T14" fmla="*/ 25 w 32"/>
                <a:gd name="T15" fmla="*/ 37 h 55"/>
                <a:gd name="T16" fmla="*/ 25 w 32"/>
                <a:gd name="T17" fmla="*/ 37 h 55"/>
                <a:gd name="T18" fmla="*/ 11 w 32"/>
                <a:gd name="T19" fmla="*/ 49 h 55"/>
                <a:gd name="T20" fmla="*/ 14 w 32"/>
                <a:gd name="T21" fmla="*/ 55 h 55"/>
                <a:gd name="T22" fmla="*/ 32 w 32"/>
                <a:gd name="T23" fmla="*/ 37 h 55"/>
                <a:gd name="T24" fmla="*/ 25 w 32"/>
                <a:gd name="T25" fmla="*/ 29 h 55"/>
                <a:gd name="T26" fmla="*/ 16 w 32"/>
                <a:gd name="T27" fmla="*/ 34 h 55"/>
                <a:gd name="T28" fmla="*/ 7 w 32"/>
                <a:gd name="T29" fmla="*/ 20 h 55"/>
                <a:gd name="T30" fmla="*/ 16 w 32"/>
                <a:gd name="T31" fmla="*/ 8 h 55"/>
                <a:gd name="T32" fmla="*/ 25 w 32"/>
                <a:gd name="T33" fmla="*/ 13 h 55"/>
                <a:gd name="T34" fmla="*/ 25 w 32"/>
                <a:gd name="T35" fmla="*/ 29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55">
                  <a:moveTo>
                    <a:pt x="32" y="37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3" y="3"/>
                    <a:pt x="19" y="0"/>
                    <a:pt x="15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5"/>
                    <a:pt x="6" y="41"/>
                    <a:pt x="15" y="41"/>
                  </a:cubicBezTo>
                  <a:cubicBezTo>
                    <a:pt x="19" y="41"/>
                    <a:pt x="22" y="39"/>
                    <a:pt x="25" y="37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25" y="45"/>
                    <a:pt x="22" y="48"/>
                    <a:pt x="11" y="49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28" y="54"/>
                    <a:pt x="32" y="49"/>
                    <a:pt x="32" y="37"/>
                  </a:cubicBezTo>
                  <a:close/>
                  <a:moveTo>
                    <a:pt x="25" y="29"/>
                  </a:moveTo>
                  <a:cubicBezTo>
                    <a:pt x="23" y="32"/>
                    <a:pt x="20" y="34"/>
                    <a:pt x="16" y="34"/>
                  </a:cubicBezTo>
                  <a:cubicBezTo>
                    <a:pt x="10" y="34"/>
                    <a:pt x="7" y="30"/>
                    <a:pt x="7" y="20"/>
                  </a:cubicBezTo>
                  <a:cubicBezTo>
                    <a:pt x="7" y="12"/>
                    <a:pt x="10" y="8"/>
                    <a:pt x="16" y="8"/>
                  </a:cubicBezTo>
                  <a:cubicBezTo>
                    <a:pt x="20" y="8"/>
                    <a:pt x="23" y="10"/>
                    <a:pt x="25" y="13"/>
                  </a:cubicBezTo>
                  <a:lnTo>
                    <a:pt x="25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7" name="Freeform 291"/>
            <p:cNvSpPr>
              <a:spLocks/>
            </p:cNvSpPr>
            <p:nvPr/>
          </p:nvSpPr>
          <p:spPr bwMode="auto">
            <a:xfrm>
              <a:off x="3189" y="643"/>
              <a:ext cx="76" cy="96"/>
            </a:xfrm>
            <a:custGeom>
              <a:avLst/>
              <a:gdLst>
                <a:gd name="T0" fmla="*/ 32 w 32"/>
                <a:gd name="T1" fmla="*/ 39 h 40"/>
                <a:gd name="T2" fmla="*/ 32 w 32"/>
                <a:gd name="T3" fmla="*/ 0 h 40"/>
                <a:gd name="T4" fmla="*/ 24 w 32"/>
                <a:gd name="T5" fmla="*/ 0 h 40"/>
                <a:gd name="T6" fmla="*/ 24 w 32"/>
                <a:gd name="T7" fmla="*/ 23 h 40"/>
                <a:gd name="T8" fmla="*/ 16 w 32"/>
                <a:gd name="T9" fmla="*/ 33 h 40"/>
                <a:gd name="T10" fmla="*/ 8 w 32"/>
                <a:gd name="T11" fmla="*/ 22 h 40"/>
                <a:gd name="T12" fmla="*/ 8 w 32"/>
                <a:gd name="T13" fmla="*/ 0 h 40"/>
                <a:gd name="T14" fmla="*/ 0 w 32"/>
                <a:gd name="T15" fmla="*/ 0 h 40"/>
                <a:gd name="T16" fmla="*/ 0 w 32"/>
                <a:gd name="T17" fmla="*/ 23 h 40"/>
                <a:gd name="T18" fmla="*/ 14 w 32"/>
                <a:gd name="T19" fmla="*/ 40 h 40"/>
                <a:gd name="T20" fmla="*/ 24 w 32"/>
                <a:gd name="T21" fmla="*/ 36 h 40"/>
                <a:gd name="T22" fmla="*/ 24 w 32"/>
                <a:gd name="T23" fmla="*/ 39 h 40"/>
                <a:gd name="T24" fmla="*/ 32 w 32"/>
                <a:gd name="T25" fmla="*/ 3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39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9"/>
                    <a:pt x="21" y="33"/>
                    <a:pt x="16" y="33"/>
                  </a:cubicBezTo>
                  <a:cubicBezTo>
                    <a:pt x="11" y="33"/>
                    <a:pt x="8" y="30"/>
                    <a:pt x="8" y="2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34"/>
                    <a:pt x="5" y="40"/>
                    <a:pt x="14" y="40"/>
                  </a:cubicBezTo>
                  <a:cubicBezTo>
                    <a:pt x="18" y="40"/>
                    <a:pt x="22" y="38"/>
                    <a:pt x="24" y="36"/>
                  </a:cubicBezTo>
                  <a:cubicBezTo>
                    <a:pt x="24" y="39"/>
                    <a:pt x="24" y="39"/>
                    <a:pt x="24" y="39"/>
                  </a:cubicBezTo>
                  <a:lnTo>
                    <a:pt x="32" y="3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8" name="Freeform 292"/>
            <p:cNvSpPr>
              <a:spLocks/>
            </p:cNvSpPr>
            <p:nvPr/>
          </p:nvSpPr>
          <p:spPr bwMode="auto">
            <a:xfrm>
              <a:off x="3291" y="641"/>
              <a:ext cx="76" cy="96"/>
            </a:xfrm>
            <a:custGeom>
              <a:avLst/>
              <a:gdLst>
                <a:gd name="T0" fmla="*/ 32 w 32"/>
                <a:gd name="T1" fmla="*/ 40 h 40"/>
                <a:gd name="T2" fmla="*/ 32 w 32"/>
                <a:gd name="T3" fmla="*/ 18 h 40"/>
                <a:gd name="T4" fmla="*/ 18 w 32"/>
                <a:gd name="T5" fmla="*/ 0 h 40"/>
                <a:gd name="T6" fmla="*/ 8 w 32"/>
                <a:gd name="T7" fmla="*/ 5 h 40"/>
                <a:gd name="T8" fmla="*/ 8 w 32"/>
                <a:gd name="T9" fmla="*/ 1 h 40"/>
                <a:gd name="T10" fmla="*/ 0 w 32"/>
                <a:gd name="T11" fmla="*/ 1 h 40"/>
                <a:gd name="T12" fmla="*/ 0 w 32"/>
                <a:gd name="T13" fmla="*/ 40 h 40"/>
                <a:gd name="T14" fmla="*/ 8 w 32"/>
                <a:gd name="T15" fmla="*/ 40 h 40"/>
                <a:gd name="T16" fmla="*/ 8 w 32"/>
                <a:gd name="T17" fmla="*/ 18 h 40"/>
                <a:gd name="T18" fmla="*/ 16 w 32"/>
                <a:gd name="T19" fmla="*/ 8 h 40"/>
                <a:gd name="T20" fmla="*/ 24 w 32"/>
                <a:gd name="T21" fmla="*/ 18 h 40"/>
                <a:gd name="T22" fmla="*/ 24 w 32"/>
                <a:gd name="T23" fmla="*/ 40 h 40"/>
                <a:gd name="T24" fmla="*/ 32 w 32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40"/>
                  </a:moveTo>
                  <a:cubicBezTo>
                    <a:pt x="32" y="18"/>
                    <a:pt x="32" y="18"/>
                    <a:pt x="32" y="18"/>
                  </a:cubicBezTo>
                  <a:cubicBezTo>
                    <a:pt x="32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1"/>
                    <a:pt x="11" y="8"/>
                    <a:pt x="16" y="8"/>
                  </a:cubicBezTo>
                  <a:cubicBezTo>
                    <a:pt x="21" y="8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2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9" name="Freeform 293"/>
            <p:cNvSpPr>
              <a:spLocks noEditPoints="1"/>
            </p:cNvSpPr>
            <p:nvPr/>
          </p:nvSpPr>
          <p:spPr bwMode="auto">
            <a:xfrm>
              <a:off x="3388" y="641"/>
              <a:ext cx="78" cy="131"/>
            </a:xfrm>
            <a:custGeom>
              <a:avLst/>
              <a:gdLst>
                <a:gd name="T0" fmla="*/ 33 w 33"/>
                <a:gd name="T1" fmla="*/ 37 h 55"/>
                <a:gd name="T2" fmla="*/ 33 w 33"/>
                <a:gd name="T3" fmla="*/ 1 h 55"/>
                <a:gd name="T4" fmla="*/ 25 w 33"/>
                <a:gd name="T5" fmla="*/ 1 h 55"/>
                <a:gd name="T6" fmla="*/ 25 w 33"/>
                <a:gd name="T7" fmla="*/ 5 h 55"/>
                <a:gd name="T8" fmla="*/ 15 w 33"/>
                <a:gd name="T9" fmla="*/ 0 h 55"/>
                <a:gd name="T10" fmla="*/ 0 w 33"/>
                <a:gd name="T11" fmla="*/ 20 h 55"/>
                <a:gd name="T12" fmla="*/ 15 w 33"/>
                <a:gd name="T13" fmla="*/ 41 h 55"/>
                <a:gd name="T14" fmla="*/ 25 w 33"/>
                <a:gd name="T15" fmla="*/ 37 h 55"/>
                <a:gd name="T16" fmla="*/ 25 w 33"/>
                <a:gd name="T17" fmla="*/ 37 h 55"/>
                <a:gd name="T18" fmla="*/ 12 w 33"/>
                <a:gd name="T19" fmla="*/ 49 h 55"/>
                <a:gd name="T20" fmla="*/ 14 w 33"/>
                <a:gd name="T21" fmla="*/ 55 h 55"/>
                <a:gd name="T22" fmla="*/ 33 w 33"/>
                <a:gd name="T23" fmla="*/ 37 h 55"/>
                <a:gd name="T24" fmla="*/ 25 w 33"/>
                <a:gd name="T25" fmla="*/ 29 h 55"/>
                <a:gd name="T26" fmla="*/ 16 w 33"/>
                <a:gd name="T27" fmla="*/ 34 h 55"/>
                <a:gd name="T28" fmla="*/ 8 w 33"/>
                <a:gd name="T29" fmla="*/ 20 h 55"/>
                <a:gd name="T30" fmla="*/ 16 w 33"/>
                <a:gd name="T31" fmla="*/ 8 h 55"/>
                <a:gd name="T32" fmla="*/ 25 w 33"/>
                <a:gd name="T33" fmla="*/ 13 h 55"/>
                <a:gd name="T34" fmla="*/ 25 w 33"/>
                <a:gd name="T35" fmla="*/ 29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55">
                  <a:moveTo>
                    <a:pt x="33" y="37"/>
                  </a:moveTo>
                  <a:cubicBezTo>
                    <a:pt x="33" y="1"/>
                    <a:pt x="33" y="1"/>
                    <a:pt x="33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3" y="3"/>
                    <a:pt x="19" y="0"/>
                    <a:pt x="15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5"/>
                    <a:pt x="7" y="41"/>
                    <a:pt x="15" y="41"/>
                  </a:cubicBezTo>
                  <a:cubicBezTo>
                    <a:pt x="19" y="41"/>
                    <a:pt x="22" y="39"/>
                    <a:pt x="25" y="37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25" y="45"/>
                    <a:pt x="23" y="48"/>
                    <a:pt x="12" y="49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29" y="54"/>
                    <a:pt x="33" y="49"/>
                    <a:pt x="33" y="37"/>
                  </a:cubicBezTo>
                  <a:close/>
                  <a:moveTo>
                    <a:pt x="25" y="29"/>
                  </a:moveTo>
                  <a:cubicBezTo>
                    <a:pt x="23" y="32"/>
                    <a:pt x="20" y="34"/>
                    <a:pt x="16" y="34"/>
                  </a:cubicBezTo>
                  <a:cubicBezTo>
                    <a:pt x="11" y="34"/>
                    <a:pt x="8" y="30"/>
                    <a:pt x="8" y="20"/>
                  </a:cubicBezTo>
                  <a:cubicBezTo>
                    <a:pt x="8" y="12"/>
                    <a:pt x="11" y="8"/>
                    <a:pt x="16" y="8"/>
                  </a:cubicBezTo>
                  <a:cubicBezTo>
                    <a:pt x="20" y="8"/>
                    <a:pt x="24" y="10"/>
                    <a:pt x="25" y="13"/>
                  </a:cubicBezTo>
                  <a:lnTo>
                    <a:pt x="25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0" name="Freeform 294"/>
            <p:cNvSpPr>
              <a:spLocks/>
            </p:cNvSpPr>
            <p:nvPr/>
          </p:nvSpPr>
          <p:spPr bwMode="auto">
            <a:xfrm>
              <a:off x="2536" y="390"/>
              <a:ext cx="97" cy="124"/>
            </a:xfrm>
            <a:custGeom>
              <a:avLst/>
              <a:gdLst>
                <a:gd name="T0" fmla="*/ 41 w 41"/>
                <a:gd name="T1" fmla="*/ 52 h 52"/>
                <a:gd name="T2" fmla="*/ 22 w 41"/>
                <a:gd name="T3" fmla="*/ 19 h 52"/>
                <a:gd name="T4" fmla="*/ 37 w 41"/>
                <a:gd name="T5" fmla="*/ 0 h 52"/>
                <a:gd name="T6" fmla="*/ 28 w 41"/>
                <a:gd name="T7" fmla="*/ 0 h 52"/>
                <a:gd name="T8" fmla="*/ 13 w 41"/>
                <a:gd name="T9" fmla="*/ 19 h 52"/>
                <a:gd name="T10" fmla="*/ 7 w 41"/>
                <a:gd name="T11" fmla="*/ 27 h 52"/>
                <a:gd name="T12" fmla="*/ 7 w 41"/>
                <a:gd name="T13" fmla="*/ 18 h 52"/>
                <a:gd name="T14" fmla="*/ 7 w 41"/>
                <a:gd name="T15" fmla="*/ 0 h 52"/>
                <a:gd name="T16" fmla="*/ 0 w 41"/>
                <a:gd name="T17" fmla="*/ 0 h 52"/>
                <a:gd name="T18" fmla="*/ 0 w 41"/>
                <a:gd name="T19" fmla="*/ 52 h 52"/>
                <a:gd name="T20" fmla="*/ 7 w 41"/>
                <a:gd name="T21" fmla="*/ 52 h 52"/>
                <a:gd name="T22" fmla="*/ 7 w 41"/>
                <a:gd name="T23" fmla="*/ 37 h 52"/>
                <a:gd name="T24" fmla="*/ 17 w 41"/>
                <a:gd name="T25" fmla="*/ 25 h 52"/>
                <a:gd name="T26" fmla="*/ 32 w 41"/>
                <a:gd name="T27" fmla="*/ 52 h 52"/>
                <a:gd name="T28" fmla="*/ 41 w 41"/>
                <a:gd name="T29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" h="52">
                  <a:moveTo>
                    <a:pt x="41" y="52"/>
                  </a:moveTo>
                  <a:cubicBezTo>
                    <a:pt x="22" y="19"/>
                    <a:pt x="22" y="19"/>
                    <a:pt x="22" y="19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13" y="19"/>
                    <a:pt x="13" y="19"/>
                    <a:pt x="13" y="19"/>
                  </a:cubicBezTo>
                  <a:cubicBezTo>
                    <a:pt x="11" y="21"/>
                    <a:pt x="8" y="25"/>
                    <a:pt x="7" y="27"/>
                  </a:cubicBezTo>
                  <a:cubicBezTo>
                    <a:pt x="7" y="25"/>
                    <a:pt x="7" y="19"/>
                    <a:pt x="7" y="18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7" y="52"/>
                    <a:pt x="7" y="52"/>
                    <a:pt x="7" y="52"/>
                  </a:cubicBezTo>
                  <a:cubicBezTo>
                    <a:pt x="7" y="37"/>
                    <a:pt x="7" y="37"/>
                    <a:pt x="7" y="37"/>
                  </a:cubicBezTo>
                  <a:cubicBezTo>
                    <a:pt x="17" y="25"/>
                    <a:pt x="17" y="25"/>
                    <a:pt x="17" y="25"/>
                  </a:cubicBezTo>
                  <a:cubicBezTo>
                    <a:pt x="32" y="52"/>
                    <a:pt x="32" y="52"/>
                    <a:pt x="32" y="52"/>
                  </a:cubicBezTo>
                  <a:lnTo>
                    <a:pt x="41" y="52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1" name="Freeform 295"/>
            <p:cNvSpPr>
              <a:spLocks noEditPoints="1"/>
            </p:cNvSpPr>
            <p:nvPr/>
          </p:nvSpPr>
          <p:spPr bwMode="auto">
            <a:xfrm>
              <a:off x="2642" y="419"/>
              <a:ext cx="74" cy="98"/>
            </a:xfrm>
            <a:custGeom>
              <a:avLst/>
              <a:gdLst>
                <a:gd name="T0" fmla="*/ 31 w 31"/>
                <a:gd name="T1" fmla="*/ 40 h 41"/>
                <a:gd name="T2" fmla="*/ 31 w 31"/>
                <a:gd name="T3" fmla="*/ 13 h 41"/>
                <a:gd name="T4" fmla="*/ 17 w 31"/>
                <a:gd name="T5" fmla="*/ 0 h 41"/>
                <a:gd name="T6" fmla="*/ 3 w 31"/>
                <a:gd name="T7" fmla="*/ 3 h 41"/>
                <a:gd name="T8" fmla="*/ 6 w 31"/>
                <a:gd name="T9" fmla="*/ 9 h 41"/>
                <a:gd name="T10" fmla="*/ 17 w 31"/>
                <a:gd name="T11" fmla="*/ 7 h 41"/>
                <a:gd name="T12" fmla="*/ 24 w 31"/>
                <a:gd name="T13" fmla="*/ 13 h 41"/>
                <a:gd name="T14" fmla="*/ 24 w 31"/>
                <a:gd name="T15" fmla="*/ 16 h 41"/>
                <a:gd name="T16" fmla="*/ 15 w 31"/>
                <a:gd name="T17" fmla="*/ 15 h 41"/>
                <a:gd name="T18" fmla="*/ 0 w 31"/>
                <a:gd name="T19" fmla="*/ 27 h 41"/>
                <a:gd name="T20" fmla="*/ 13 w 31"/>
                <a:gd name="T21" fmla="*/ 41 h 41"/>
                <a:gd name="T22" fmla="*/ 24 w 31"/>
                <a:gd name="T23" fmla="*/ 36 h 41"/>
                <a:gd name="T24" fmla="*/ 24 w 31"/>
                <a:gd name="T25" fmla="*/ 40 h 41"/>
                <a:gd name="T26" fmla="*/ 31 w 31"/>
                <a:gd name="T27" fmla="*/ 40 h 41"/>
                <a:gd name="T28" fmla="*/ 24 w 31"/>
                <a:gd name="T29" fmla="*/ 29 h 41"/>
                <a:gd name="T30" fmla="*/ 14 w 31"/>
                <a:gd name="T31" fmla="*/ 34 h 41"/>
                <a:gd name="T32" fmla="*/ 7 w 31"/>
                <a:gd name="T33" fmla="*/ 27 h 41"/>
                <a:gd name="T34" fmla="*/ 15 w 31"/>
                <a:gd name="T35" fmla="*/ 21 h 41"/>
                <a:gd name="T36" fmla="*/ 24 w 31"/>
                <a:gd name="T37" fmla="*/ 23 h 41"/>
                <a:gd name="T38" fmla="*/ 24 w 31"/>
                <a:gd name="T3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" h="41">
                  <a:moveTo>
                    <a:pt x="31" y="40"/>
                  </a:moveTo>
                  <a:cubicBezTo>
                    <a:pt x="31" y="13"/>
                    <a:pt x="31" y="13"/>
                    <a:pt x="31" y="13"/>
                  </a:cubicBezTo>
                  <a:cubicBezTo>
                    <a:pt x="31" y="4"/>
                    <a:pt x="26" y="0"/>
                    <a:pt x="17" y="0"/>
                  </a:cubicBezTo>
                  <a:cubicBezTo>
                    <a:pt x="11" y="0"/>
                    <a:pt x="7" y="1"/>
                    <a:pt x="3" y="3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9" y="7"/>
                    <a:pt x="13" y="7"/>
                    <a:pt x="17" y="7"/>
                  </a:cubicBezTo>
                  <a:cubicBezTo>
                    <a:pt x="21" y="7"/>
                    <a:pt x="24" y="9"/>
                    <a:pt x="24" y="13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2" y="15"/>
                    <a:pt x="19" y="15"/>
                    <a:pt x="15" y="15"/>
                  </a:cubicBezTo>
                  <a:cubicBezTo>
                    <a:pt x="6" y="15"/>
                    <a:pt x="0" y="19"/>
                    <a:pt x="0" y="27"/>
                  </a:cubicBezTo>
                  <a:cubicBezTo>
                    <a:pt x="0" y="37"/>
                    <a:pt x="7" y="41"/>
                    <a:pt x="13" y="41"/>
                  </a:cubicBezTo>
                  <a:cubicBezTo>
                    <a:pt x="17" y="41"/>
                    <a:pt x="21" y="39"/>
                    <a:pt x="24" y="36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  <a:moveTo>
                    <a:pt x="24" y="29"/>
                  </a:moveTo>
                  <a:cubicBezTo>
                    <a:pt x="22" y="31"/>
                    <a:pt x="19" y="34"/>
                    <a:pt x="14" y="34"/>
                  </a:cubicBezTo>
                  <a:cubicBezTo>
                    <a:pt x="9" y="34"/>
                    <a:pt x="7" y="31"/>
                    <a:pt x="7" y="27"/>
                  </a:cubicBezTo>
                  <a:cubicBezTo>
                    <a:pt x="7" y="24"/>
                    <a:pt x="10" y="21"/>
                    <a:pt x="15" y="21"/>
                  </a:cubicBezTo>
                  <a:cubicBezTo>
                    <a:pt x="19" y="21"/>
                    <a:pt x="22" y="22"/>
                    <a:pt x="24" y="23"/>
                  </a:cubicBezTo>
                  <a:lnTo>
                    <a:pt x="24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2" name="Freeform 296"/>
            <p:cNvSpPr>
              <a:spLocks/>
            </p:cNvSpPr>
            <p:nvPr/>
          </p:nvSpPr>
          <p:spPr bwMode="auto">
            <a:xfrm>
              <a:off x="2737" y="419"/>
              <a:ext cx="71" cy="98"/>
            </a:xfrm>
            <a:custGeom>
              <a:avLst/>
              <a:gdLst>
                <a:gd name="T0" fmla="*/ 30 w 30"/>
                <a:gd name="T1" fmla="*/ 29 h 41"/>
                <a:gd name="T2" fmla="*/ 17 w 30"/>
                <a:gd name="T3" fmla="*/ 16 h 41"/>
                <a:gd name="T4" fmla="*/ 9 w 30"/>
                <a:gd name="T5" fmla="*/ 10 h 41"/>
                <a:gd name="T6" fmla="*/ 15 w 30"/>
                <a:gd name="T7" fmla="*/ 7 h 41"/>
                <a:gd name="T8" fmla="*/ 25 w 30"/>
                <a:gd name="T9" fmla="*/ 10 h 41"/>
                <a:gd name="T10" fmla="*/ 28 w 30"/>
                <a:gd name="T11" fmla="*/ 4 h 41"/>
                <a:gd name="T12" fmla="*/ 15 w 30"/>
                <a:gd name="T13" fmla="*/ 0 h 41"/>
                <a:gd name="T14" fmla="*/ 2 w 30"/>
                <a:gd name="T15" fmla="*/ 11 h 41"/>
                <a:gd name="T16" fmla="*/ 13 w 30"/>
                <a:gd name="T17" fmla="*/ 23 h 41"/>
                <a:gd name="T18" fmla="*/ 22 w 30"/>
                <a:gd name="T19" fmla="*/ 29 h 41"/>
                <a:gd name="T20" fmla="*/ 15 w 30"/>
                <a:gd name="T21" fmla="*/ 34 h 41"/>
                <a:gd name="T22" fmla="*/ 4 w 30"/>
                <a:gd name="T23" fmla="*/ 30 h 41"/>
                <a:gd name="T24" fmla="*/ 0 w 30"/>
                <a:gd name="T25" fmla="*/ 36 h 41"/>
                <a:gd name="T26" fmla="*/ 15 w 30"/>
                <a:gd name="T27" fmla="*/ 41 h 41"/>
                <a:gd name="T28" fmla="*/ 30 w 30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41">
                  <a:moveTo>
                    <a:pt x="30" y="29"/>
                  </a:moveTo>
                  <a:cubicBezTo>
                    <a:pt x="30" y="22"/>
                    <a:pt x="25" y="19"/>
                    <a:pt x="17" y="16"/>
                  </a:cubicBezTo>
                  <a:cubicBezTo>
                    <a:pt x="11" y="14"/>
                    <a:pt x="9" y="12"/>
                    <a:pt x="9" y="10"/>
                  </a:cubicBezTo>
                  <a:cubicBezTo>
                    <a:pt x="9" y="8"/>
                    <a:pt x="11" y="7"/>
                    <a:pt x="15" y="7"/>
                  </a:cubicBezTo>
                  <a:cubicBezTo>
                    <a:pt x="19" y="7"/>
                    <a:pt x="22" y="8"/>
                    <a:pt x="25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5" y="2"/>
                    <a:pt x="20" y="0"/>
                    <a:pt x="15" y="0"/>
                  </a:cubicBezTo>
                  <a:cubicBezTo>
                    <a:pt x="7" y="0"/>
                    <a:pt x="2" y="4"/>
                    <a:pt x="2" y="11"/>
                  </a:cubicBezTo>
                  <a:cubicBezTo>
                    <a:pt x="2" y="17"/>
                    <a:pt x="5" y="20"/>
                    <a:pt x="13" y="23"/>
                  </a:cubicBezTo>
                  <a:cubicBezTo>
                    <a:pt x="19" y="25"/>
                    <a:pt x="22" y="26"/>
                    <a:pt x="22" y="29"/>
                  </a:cubicBezTo>
                  <a:cubicBezTo>
                    <a:pt x="22" y="32"/>
                    <a:pt x="20" y="34"/>
                    <a:pt x="15" y="34"/>
                  </a:cubicBezTo>
                  <a:cubicBezTo>
                    <a:pt x="11" y="34"/>
                    <a:pt x="7" y="32"/>
                    <a:pt x="4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10" y="41"/>
                    <a:pt x="15" y="41"/>
                  </a:cubicBezTo>
                  <a:cubicBezTo>
                    <a:pt x="23" y="41"/>
                    <a:pt x="30" y="38"/>
                    <a:pt x="30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3" name="Freeform 297"/>
            <p:cNvSpPr>
              <a:spLocks/>
            </p:cNvSpPr>
            <p:nvPr/>
          </p:nvSpPr>
          <p:spPr bwMode="auto">
            <a:xfrm>
              <a:off x="2825" y="419"/>
              <a:ext cx="68" cy="98"/>
            </a:xfrm>
            <a:custGeom>
              <a:avLst/>
              <a:gdLst>
                <a:gd name="T0" fmla="*/ 29 w 29"/>
                <a:gd name="T1" fmla="*/ 29 h 41"/>
                <a:gd name="T2" fmla="*/ 16 w 29"/>
                <a:gd name="T3" fmla="*/ 16 h 41"/>
                <a:gd name="T4" fmla="*/ 9 w 29"/>
                <a:gd name="T5" fmla="*/ 10 h 41"/>
                <a:gd name="T6" fmla="*/ 14 w 29"/>
                <a:gd name="T7" fmla="*/ 7 h 41"/>
                <a:gd name="T8" fmla="*/ 24 w 29"/>
                <a:gd name="T9" fmla="*/ 10 h 41"/>
                <a:gd name="T10" fmla="*/ 28 w 29"/>
                <a:gd name="T11" fmla="*/ 4 h 41"/>
                <a:gd name="T12" fmla="*/ 14 w 29"/>
                <a:gd name="T13" fmla="*/ 0 h 41"/>
                <a:gd name="T14" fmla="*/ 1 w 29"/>
                <a:gd name="T15" fmla="*/ 11 h 41"/>
                <a:gd name="T16" fmla="*/ 13 w 29"/>
                <a:gd name="T17" fmla="*/ 23 h 41"/>
                <a:gd name="T18" fmla="*/ 22 w 29"/>
                <a:gd name="T19" fmla="*/ 29 h 41"/>
                <a:gd name="T20" fmla="*/ 15 w 29"/>
                <a:gd name="T21" fmla="*/ 34 h 41"/>
                <a:gd name="T22" fmla="*/ 3 w 29"/>
                <a:gd name="T23" fmla="*/ 30 h 41"/>
                <a:gd name="T24" fmla="*/ 0 w 29"/>
                <a:gd name="T25" fmla="*/ 36 h 41"/>
                <a:gd name="T26" fmla="*/ 15 w 29"/>
                <a:gd name="T27" fmla="*/ 41 h 41"/>
                <a:gd name="T28" fmla="*/ 29 w 29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9" h="41">
                  <a:moveTo>
                    <a:pt x="29" y="29"/>
                  </a:moveTo>
                  <a:cubicBezTo>
                    <a:pt x="29" y="22"/>
                    <a:pt x="25" y="19"/>
                    <a:pt x="16" y="16"/>
                  </a:cubicBezTo>
                  <a:cubicBezTo>
                    <a:pt x="10" y="14"/>
                    <a:pt x="9" y="12"/>
                    <a:pt x="9" y="10"/>
                  </a:cubicBezTo>
                  <a:cubicBezTo>
                    <a:pt x="9" y="8"/>
                    <a:pt x="10" y="7"/>
                    <a:pt x="14" y="7"/>
                  </a:cubicBezTo>
                  <a:cubicBezTo>
                    <a:pt x="18" y="7"/>
                    <a:pt x="21" y="8"/>
                    <a:pt x="24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4" y="2"/>
                    <a:pt x="19" y="0"/>
                    <a:pt x="14" y="0"/>
                  </a:cubicBezTo>
                  <a:cubicBezTo>
                    <a:pt x="7" y="0"/>
                    <a:pt x="1" y="4"/>
                    <a:pt x="1" y="11"/>
                  </a:cubicBezTo>
                  <a:cubicBezTo>
                    <a:pt x="1" y="17"/>
                    <a:pt x="4" y="20"/>
                    <a:pt x="13" y="23"/>
                  </a:cubicBezTo>
                  <a:cubicBezTo>
                    <a:pt x="18" y="25"/>
                    <a:pt x="22" y="26"/>
                    <a:pt x="22" y="29"/>
                  </a:cubicBezTo>
                  <a:cubicBezTo>
                    <a:pt x="22" y="32"/>
                    <a:pt x="19" y="34"/>
                    <a:pt x="15" y="34"/>
                  </a:cubicBezTo>
                  <a:cubicBezTo>
                    <a:pt x="11" y="34"/>
                    <a:pt x="7" y="32"/>
                    <a:pt x="3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9" y="41"/>
                    <a:pt x="15" y="41"/>
                  </a:cubicBezTo>
                  <a:cubicBezTo>
                    <a:pt x="22" y="41"/>
                    <a:pt x="29" y="38"/>
                    <a:pt x="29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4" name="Freeform 298"/>
            <p:cNvSpPr>
              <a:spLocks noEditPoints="1"/>
            </p:cNvSpPr>
            <p:nvPr/>
          </p:nvSpPr>
          <p:spPr bwMode="auto">
            <a:xfrm>
              <a:off x="2910" y="419"/>
              <a:ext cx="80" cy="98"/>
            </a:xfrm>
            <a:custGeom>
              <a:avLst/>
              <a:gdLst>
                <a:gd name="T0" fmla="*/ 34 w 34"/>
                <a:gd name="T1" fmla="*/ 19 h 41"/>
                <a:gd name="T2" fmla="*/ 18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5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19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19"/>
                  </a:moveTo>
                  <a:cubicBezTo>
                    <a:pt x="34" y="9"/>
                    <a:pt x="29" y="0"/>
                    <a:pt x="18" y="0"/>
                  </a:cubicBezTo>
                  <a:cubicBezTo>
                    <a:pt x="8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5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4" y="32"/>
                    <a:pt x="21" y="34"/>
                    <a:pt x="18" y="34"/>
                  </a:cubicBezTo>
                  <a:cubicBezTo>
                    <a:pt x="13" y="34"/>
                    <a:pt x="9" y="30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19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0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5" name="Freeform 299"/>
            <p:cNvSpPr>
              <a:spLocks/>
            </p:cNvSpPr>
            <p:nvPr/>
          </p:nvSpPr>
          <p:spPr bwMode="auto">
            <a:xfrm>
              <a:off x="3014" y="419"/>
              <a:ext cx="73" cy="95"/>
            </a:xfrm>
            <a:custGeom>
              <a:avLst/>
              <a:gdLst>
                <a:gd name="T0" fmla="*/ 31 w 31"/>
                <a:gd name="T1" fmla="*/ 40 h 40"/>
                <a:gd name="T2" fmla="*/ 31 w 31"/>
                <a:gd name="T3" fmla="*/ 17 h 40"/>
                <a:gd name="T4" fmla="*/ 17 w 31"/>
                <a:gd name="T5" fmla="*/ 0 h 40"/>
                <a:gd name="T6" fmla="*/ 7 w 31"/>
                <a:gd name="T7" fmla="*/ 4 h 40"/>
                <a:gd name="T8" fmla="*/ 7 w 31"/>
                <a:gd name="T9" fmla="*/ 1 h 40"/>
                <a:gd name="T10" fmla="*/ 0 w 31"/>
                <a:gd name="T11" fmla="*/ 1 h 40"/>
                <a:gd name="T12" fmla="*/ 0 w 31"/>
                <a:gd name="T13" fmla="*/ 40 h 40"/>
                <a:gd name="T14" fmla="*/ 7 w 31"/>
                <a:gd name="T15" fmla="*/ 40 h 40"/>
                <a:gd name="T16" fmla="*/ 7 w 31"/>
                <a:gd name="T17" fmla="*/ 17 h 40"/>
                <a:gd name="T18" fmla="*/ 15 w 31"/>
                <a:gd name="T19" fmla="*/ 7 h 40"/>
                <a:gd name="T20" fmla="*/ 23 w 31"/>
                <a:gd name="T21" fmla="*/ 18 h 40"/>
                <a:gd name="T22" fmla="*/ 23 w 31"/>
                <a:gd name="T23" fmla="*/ 40 h 40"/>
                <a:gd name="T24" fmla="*/ 31 w 31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40">
                  <a:moveTo>
                    <a:pt x="31" y="40"/>
                  </a:moveTo>
                  <a:cubicBezTo>
                    <a:pt x="31" y="17"/>
                    <a:pt x="31" y="17"/>
                    <a:pt x="31" y="17"/>
                  </a:cubicBezTo>
                  <a:cubicBezTo>
                    <a:pt x="31" y="6"/>
                    <a:pt x="26" y="0"/>
                    <a:pt x="17" y="0"/>
                  </a:cubicBezTo>
                  <a:cubicBezTo>
                    <a:pt x="13" y="0"/>
                    <a:pt x="9" y="2"/>
                    <a:pt x="7" y="4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7" y="11"/>
                    <a:pt x="10" y="7"/>
                    <a:pt x="15" y="7"/>
                  </a:cubicBezTo>
                  <a:cubicBezTo>
                    <a:pt x="20" y="7"/>
                    <a:pt x="23" y="10"/>
                    <a:pt x="23" y="18"/>
                  </a:cubicBezTo>
                  <a:cubicBezTo>
                    <a:pt x="23" y="40"/>
                    <a:pt x="23" y="40"/>
                    <a:pt x="23" y="40"/>
                  </a:cubicBezTo>
                  <a:lnTo>
                    <a:pt x="31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6" name="Freeform 300"/>
            <p:cNvSpPr>
              <a:spLocks noEditPoints="1"/>
            </p:cNvSpPr>
            <p:nvPr/>
          </p:nvSpPr>
          <p:spPr bwMode="auto">
            <a:xfrm>
              <a:off x="3109" y="386"/>
              <a:ext cx="75" cy="131"/>
            </a:xfrm>
            <a:custGeom>
              <a:avLst/>
              <a:gdLst>
                <a:gd name="T0" fmla="*/ 29 w 32"/>
                <a:gd name="T1" fmla="*/ 5 h 55"/>
                <a:gd name="T2" fmla="*/ 24 w 32"/>
                <a:gd name="T3" fmla="*/ 0 h 55"/>
                <a:gd name="T4" fmla="*/ 19 w 32"/>
                <a:gd name="T5" fmla="*/ 5 h 55"/>
                <a:gd name="T6" fmla="*/ 24 w 32"/>
                <a:gd name="T7" fmla="*/ 10 h 55"/>
                <a:gd name="T8" fmla="*/ 29 w 32"/>
                <a:gd name="T9" fmla="*/ 5 h 55"/>
                <a:gd name="T10" fmla="*/ 15 w 32"/>
                <a:gd name="T11" fmla="*/ 5 h 55"/>
                <a:gd name="T12" fmla="*/ 10 w 32"/>
                <a:gd name="T13" fmla="*/ 0 h 55"/>
                <a:gd name="T14" fmla="*/ 5 w 32"/>
                <a:gd name="T15" fmla="*/ 5 h 55"/>
                <a:gd name="T16" fmla="*/ 10 w 32"/>
                <a:gd name="T17" fmla="*/ 10 h 55"/>
                <a:gd name="T18" fmla="*/ 15 w 32"/>
                <a:gd name="T19" fmla="*/ 5 h 55"/>
                <a:gd name="T20" fmla="*/ 32 w 32"/>
                <a:gd name="T21" fmla="*/ 54 h 55"/>
                <a:gd name="T22" fmla="*/ 32 w 32"/>
                <a:gd name="T23" fmla="*/ 27 h 55"/>
                <a:gd name="T24" fmla="*/ 17 w 32"/>
                <a:gd name="T25" fmla="*/ 14 h 55"/>
                <a:gd name="T26" fmla="*/ 4 w 32"/>
                <a:gd name="T27" fmla="*/ 17 h 55"/>
                <a:gd name="T28" fmla="*/ 7 w 32"/>
                <a:gd name="T29" fmla="*/ 23 h 55"/>
                <a:gd name="T30" fmla="*/ 17 w 32"/>
                <a:gd name="T31" fmla="*/ 21 h 55"/>
                <a:gd name="T32" fmla="*/ 25 w 32"/>
                <a:gd name="T33" fmla="*/ 27 h 55"/>
                <a:gd name="T34" fmla="*/ 25 w 32"/>
                <a:gd name="T35" fmla="*/ 30 h 55"/>
                <a:gd name="T36" fmla="*/ 16 w 32"/>
                <a:gd name="T37" fmla="*/ 29 h 55"/>
                <a:gd name="T38" fmla="*/ 0 w 32"/>
                <a:gd name="T39" fmla="*/ 41 h 55"/>
                <a:gd name="T40" fmla="*/ 14 w 32"/>
                <a:gd name="T41" fmla="*/ 55 h 55"/>
                <a:gd name="T42" fmla="*/ 25 w 32"/>
                <a:gd name="T43" fmla="*/ 50 h 55"/>
                <a:gd name="T44" fmla="*/ 25 w 32"/>
                <a:gd name="T45" fmla="*/ 54 h 55"/>
                <a:gd name="T46" fmla="*/ 32 w 32"/>
                <a:gd name="T47" fmla="*/ 54 h 55"/>
                <a:gd name="T48" fmla="*/ 25 w 32"/>
                <a:gd name="T49" fmla="*/ 43 h 55"/>
                <a:gd name="T50" fmla="*/ 15 w 32"/>
                <a:gd name="T51" fmla="*/ 48 h 55"/>
                <a:gd name="T52" fmla="*/ 8 w 32"/>
                <a:gd name="T53" fmla="*/ 41 h 55"/>
                <a:gd name="T54" fmla="*/ 16 w 32"/>
                <a:gd name="T55" fmla="*/ 35 h 55"/>
                <a:gd name="T56" fmla="*/ 25 w 32"/>
                <a:gd name="T57" fmla="*/ 37 h 55"/>
                <a:gd name="T58" fmla="*/ 25 w 32"/>
                <a:gd name="T59" fmla="*/ 43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2" h="55">
                  <a:moveTo>
                    <a:pt x="29" y="5"/>
                  </a:moveTo>
                  <a:cubicBezTo>
                    <a:pt x="29" y="2"/>
                    <a:pt x="27" y="0"/>
                    <a:pt x="24" y="0"/>
                  </a:cubicBezTo>
                  <a:cubicBezTo>
                    <a:pt x="22" y="0"/>
                    <a:pt x="19" y="2"/>
                    <a:pt x="19" y="5"/>
                  </a:cubicBezTo>
                  <a:cubicBezTo>
                    <a:pt x="19" y="8"/>
                    <a:pt x="22" y="10"/>
                    <a:pt x="24" y="10"/>
                  </a:cubicBezTo>
                  <a:cubicBezTo>
                    <a:pt x="27" y="10"/>
                    <a:pt x="29" y="8"/>
                    <a:pt x="29" y="5"/>
                  </a:cubicBezTo>
                  <a:close/>
                  <a:moveTo>
                    <a:pt x="15" y="5"/>
                  </a:moveTo>
                  <a:cubicBezTo>
                    <a:pt x="15" y="2"/>
                    <a:pt x="13" y="0"/>
                    <a:pt x="10" y="0"/>
                  </a:cubicBezTo>
                  <a:cubicBezTo>
                    <a:pt x="7" y="0"/>
                    <a:pt x="5" y="2"/>
                    <a:pt x="5" y="5"/>
                  </a:cubicBezTo>
                  <a:cubicBezTo>
                    <a:pt x="5" y="8"/>
                    <a:pt x="7" y="10"/>
                    <a:pt x="10" y="10"/>
                  </a:cubicBezTo>
                  <a:cubicBezTo>
                    <a:pt x="13" y="10"/>
                    <a:pt x="15" y="8"/>
                    <a:pt x="15" y="5"/>
                  </a:cubicBezTo>
                  <a:close/>
                  <a:moveTo>
                    <a:pt x="32" y="54"/>
                  </a:moveTo>
                  <a:cubicBezTo>
                    <a:pt x="32" y="27"/>
                    <a:pt x="32" y="27"/>
                    <a:pt x="32" y="27"/>
                  </a:cubicBezTo>
                  <a:cubicBezTo>
                    <a:pt x="32" y="18"/>
                    <a:pt x="26" y="14"/>
                    <a:pt x="17" y="14"/>
                  </a:cubicBezTo>
                  <a:cubicBezTo>
                    <a:pt x="12" y="14"/>
                    <a:pt x="8" y="15"/>
                    <a:pt x="4" y="17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0" y="21"/>
                    <a:pt x="13" y="21"/>
                    <a:pt x="17" y="21"/>
                  </a:cubicBezTo>
                  <a:cubicBezTo>
                    <a:pt x="22" y="21"/>
                    <a:pt x="25" y="23"/>
                    <a:pt x="25" y="27"/>
                  </a:cubicBezTo>
                  <a:cubicBezTo>
                    <a:pt x="25" y="30"/>
                    <a:pt x="25" y="30"/>
                    <a:pt x="25" y="30"/>
                  </a:cubicBezTo>
                  <a:cubicBezTo>
                    <a:pt x="22" y="29"/>
                    <a:pt x="19" y="29"/>
                    <a:pt x="16" y="29"/>
                  </a:cubicBezTo>
                  <a:cubicBezTo>
                    <a:pt x="7" y="29"/>
                    <a:pt x="0" y="33"/>
                    <a:pt x="0" y="41"/>
                  </a:cubicBezTo>
                  <a:cubicBezTo>
                    <a:pt x="0" y="51"/>
                    <a:pt x="7" y="55"/>
                    <a:pt x="14" y="55"/>
                  </a:cubicBezTo>
                  <a:cubicBezTo>
                    <a:pt x="18" y="55"/>
                    <a:pt x="22" y="53"/>
                    <a:pt x="25" y="50"/>
                  </a:cubicBezTo>
                  <a:cubicBezTo>
                    <a:pt x="25" y="54"/>
                    <a:pt x="25" y="54"/>
                    <a:pt x="25" y="54"/>
                  </a:cubicBezTo>
                  <a:lnTo>
                    <a:pt x="32" y="54"/>
                  </a:lnTo>
                  <a:close/>
                  <a:moveTo>
                    <a:pt x="25" y="43"/>
                  </a:moveTo>
                  <a:cubicBezTo>
                    <a:pt x="23" y="45"/>
                    <a:pt x="19" y="48"/>
                    <a:pt x="15" y="48"/>
                  </a:cubicBezTo>
                  <a:cubicBezTo>
                    <a:pt x="10" y="48"/>
                    <a:pt x="8" y="45"/>
                    <a:pt x="8" y="41"/>
                  </a:cubicBezTo>
                  <a:cubicBezTo>
                    <a:pt x="8" y="38"/>
                    <a:pt x="11" y="35"/>
                    <a:pt x="16" y="35"/>
                  </a:cubicBezTo>
                  <a:cubicBezTo>
                    <a:pt x="20" y="35"/>
                    <a:pt x="22" y="36"/>
                    <a:pt x="25" y="37"/>
                  </a:cubicBezTo>
                  <a:lnTo>
                    <a:pt x="25" y="43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7" name="Freeform 301"/>
            <p:cNvSpPr>
              <a:spLocks/>
            </p:cNvSpPr>
            <p:nvPr/>
          </p:nvSpPr>
          <p:spPr bwMode="auto">
            <a:xfrm>
              <a:off x="3210" y="419"/>
              <a:ext cx="55" cy="95"/>
            </a:xfrm>
            <a:custGeom>
              <a:avLst/>
              <a:gdLst>
                <a:gd name="T0" fmla="*/ 23 w 23"/>
                <a:gd name="T1" fmla="*/ 1 h 40"/>
                <a:gd name="T2" fmla="*/ 17 w 23"/>
                <a:gd name="T3" fmla="*/ 0 h 40"/>
                <a:gd name="T4" fmla="*/ 8 w 23"/>
                <a:gd name="T5" fmla="*/ 4 h 40"/>
                <a:gd name="T6" fmla="*/ 8 w 23"/>
                <a:gd name="T7" fmla="*/ 1 h 40"/>
                <a:gd name="T8" fmla="*/ 0 w 23"/>
                <a:gd name="T9" fmla="*/ 1 h 40"/>
                <a:gd name="T10" fmla="*/ 0 w 23"/>
                <a:gd name="T11" fmla="*/ 40 h 40"/>
                <a:gd name="T12" fmla="*/ 8 w 23"/>
                <a:gd name="T13" fmla="*/ 40 h 40"/>
                <a:gd name="T14" fmla="*/ 8 w 23"/>
                <a:gd name="T15" fmla="*/ 17 h 40"/>
                <a:gd name="T16" fmla="*/ 15 w 23"/>
                <a:gd name="T17" fmla="*/ 7 h 40"/>
                <a:gd name="T18" fmla="*/ 21 w 23"/>
                <a:gd name="T19" fmla="*/ 9 h 40"/>
                <a:gd name="T20" fmla="*/ 23 w 23"/>
                <a:gd name="T21" fmla="*/ 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3" h="40">
                  <a:moveTo>
                    <a:pt x="23" y="1"/>
                  </a:moveTo>
                  <a:cubicBezTo>
                    <a:pt x="22" y="0"/>
                    <a:pt x="20" y="0"/>
                    <a:pt x="17" y="0"/>
                  </a:cubicBezTo>
                  <a:cubicBezTo>
                    <a:pt x="13" y="0"/>
                    <a:pt x="10" y="2"/>
                    <a:pt x="8" y="4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5" y="7"/>
                  </a:cubicBezTo>
                  <a:cubicBezTo>
                    <a:pt x="18" y="7"/>
                    <a:pt x="20" y="8"/>
                    <a:pt x="21" y="9"/>
                  </a:cubicBezTo>
                  <a:lnTo>
                    <a:pt x="23" y="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8" name="Freeform 302"/>
            <p:cNvSpPr>
              <a:spLocks/>
            </p:cNvSpPr>
            <p:nvPr/>
          </p:nvSpPr>
          <p:spPr bwMode="auto">
            <a:xfrm>
              <a:off x="3279" y="421"/>
              <a:ext cx="71" cy="93"/>
            </a:xfrm>
            <a:custGeom>
              <a:avLst/>
              <a:gdLst>
                <a:gd name="T0" fmla="*/ 30 w 30"/>
                <a:gd name="T1" fmla="*/ 39 h 39"/>
                <a:gd name="T2" fmla="*/ 30 w 30"/>
                <a:gd name="T3" fmla="*/ 32 h 39"/>
                <a:gd name="T4" fmla="*/ 16 w 30"/>
                <a:gd name="T5" fmla="*/ 32 h 39"/>
                <a:gd name="T6" fmla="*/ 9 w 30"/>
                <a:gd name="T7" fmla="*/ 32 h 39"/>
                <a:gd name="T8" fmla="*/ 13 w 30"/>
                <a:gd name="T9" fmla="*/ 26 h 39"/>
                <a:gd name="T10" fmla="*/ 30 w 30"/>
                <a:gd name="T11" fmla="*/ 6 h 39"/>
                <a:gd name="T12" fmla="*/ 30 w 30"/>
                <a:gd name="T13" fmla="*/ 0 h 39"/>
                <a:gd name="T14" fmla="*/ 1 w 30"/>
                <a:gd name="T15" fmla="*/ 0 h 39"/>
                <a:gd name="T16" fmla="*/ 1 w 30"/>
                <a:gd name="T17" fmla="*/ 6 h 39"/>
                <a:gd name="T18" fmla="*/ 14 w 30"/>
                <a:gd name="T19" fmla="*/ 6 h 39"/>
                <a:gd name="T20" fmla="*/ 21 w 30"/>
                <a:gd name="T21" fmla="*/ 6 h 39"/>
                <a:gd name="T22" fmla="*/ 16 w 30"/>
                <a:gd name="T23" fmla="*/ 12 h 39"/>
                <a:gd name="T24" fmla="*/ 0 w 30"/>
                <a:gd name="T25" fmla="*/ 33 h 39"/>
                <a:gd name="T26" fmla="*/ 0 w 30"/>
                <a:gd name="T27" fmla="*/ 39 h 39"/>
                <a:gd name="T28" fmla="*/ 30 w 30"/>
                <a:gd name="T29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39">
                  <a:moveTo>
                    <a:pt x="30" y="39"/>
                  </a:moveTo>
                  <a:cubicBezTo>
                    <a:pt x="30" y="32"/>
                    <a:pt x="30" y="32"/>
                    <a:pt x="30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4" y="32"/>
                    <a:pt x="10" y="32"/>
                    <a:pt x="9" y="32"/>
                  </a:cubicBezTo>
                  <a:cubicBezTo>
                    <a:pt x="10" y="31"/>
                    <a:pt x="12" y="28"/>
                    <a:pt x="13" y="2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6" y="6"/>
                    <a:pt x="20" y="6"/>
                    <a:pt x="21" y="6"/>
                  </a:cubicBezTo>
                  <a:cubicBezTo>
                    <a:pt x="20" y="8"/>
                    <a:pt x="18" y="10"/>
                    <a:pt x="16" y="12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39"/>
                    <a:pt x="0" y="39"/>
                    <a:pt x="0" y="39"/>
                  </a:cubicBezTo>
                  <a:lnTo>
                    <a:pt x="30" y="3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9" name="Freeform 303"/>
            <p:cNvSpPr>
              <a:spLocks/>
            </p:cNvSpPr>
            <p:nvPr/>
          </p:nvSpPr>
          <p:spPr bwMode="auto">
            <a:xfrm>
              <a:off x="3367" y="383"/>
              <a:ext cx="54" cy="134"/>
            </a:xfrm>
            <a:custGeom>
              <a:avLst/>
              <a:gdLst>
                <a:gd name="T0" fmla="*/ 23 w 23"/>
                <a:gd name="T1" fmla="*/ 47 h 56"/>
                <a:gd name="T2" fmla="*/ 17 w 23"/>
                <a:gd name="T3" fmla="*/ 49 h 56"/>
                <a:gd name="T4" fmla="*/ 13 w 23"/>
                <a:gd name="T5" fmla="*/ 44 h 56"/>
                <a:gd name="T6" fmla="*/ 13 w 23"/>
                <a:gd name="T7" fmla="*/ 23 h 56"/>
                <a:gd name="T8" fmla="*/ 23 w 23"/>
                <a:gd name="T9" fmla="*/ 23 h 56"/>
                <a:gd name="T10" fmla="*/ 23 w 23"/>
                <a:gd name="T11" fmla="*/ 16 h 56"/>
                <a:gd name="T12" fmla="*/ 13 w 23"/>
                <a:gd name="T13" fmla="*/ 16 h 56"/>
                <a:gd name="T14" fmla="*/ 13 w 23"/>
                <a:gd name="T15" fmla="*/ 0 h 56"/>
                <a:gd name="T16" fmla="*/ 6 w 23"/>
                <a:gd name="T17" fmla="*/ 4 h 56"/>
                <a:gd name="T18" fmla="*/ 6 w 23"/>
                <a:gd name="T19" fmla="*/ 16 h 56"/>
                <a:gd name="T20" fmla="*/ 0 w 23"/>
                <a:gd name="T21" fmla="*/ 16 h 56"/>
                <a:gd name="T22" fmla="*/ 0 w 23"/>
                <a:gd name="T23" fmla="*/ 23 h 56"/>
                <a:gd name="T24" fmla="*/ 6 w 23"/>
                <a:gd name="T25" fmla="*/ 23 h 56"/>
                <a:gd name="T26" fmla="*/ 6 w 23"/>
                <a:gd name="T27" fmla="*/ 45 h 56"/>
                <a:gd name="T28" fmla="*/ 14 w 23"/>
                <a:gd name="T29" fmla="*/ 56 h 56"/>
                <a:gd name="T30" fmla="*/ 22 w 23"/>
                <a:gd name="T31" fmla="*/ 54 h 56"/>
                <a:gd name="T32" fmla="*/ 23 w 23"/>
                <a:gd name="T33" fmla="*/ 47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" h="56">
                  <a:moveTo>
                    <a:pt x="23" y="47"/>
                  </a:moveTo>
                  <a:cubicBezTo>
                    <a:pt x="21" y="48"/>
                    <a:pt x="19" y="49"/>
                    <a:pt x="17" y="49"/>
                  </a:cubicBezTo>
                  <a:cubicBezTo>
                    <a:pt x="14" y="49"/>
                    <a:pt x="13" y="48"/>
                    <a:pt x="13" y="44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16"/>
                    <a:pt x="6" y="16"/>
                    <a:pt x="6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6" y="52"/>
                    <a:pt x="9" y="56"/>
                    <a:pt x="14" y="56"/>
                  </a:cubicBezTo>
                  <a:cubicBezTo>
                    <a:pt x="17" y="56"/>
                    <a:pt x="20" y="55"/>
                    <a:pt x="22" y="54"/>
                  </a:cubicBezTo>
                  <a:lnTo>
                    <a:pt x="23" y="47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0" name="Freeform 304"/>
            <p:cNvSpPr>
              <a:spLocks/>
            </p:cNvSpPr>
            <p:nvPr/>
          </p:nvSpPr>
          <p:spPr bwMode="auto">
            <a:xfrm>
              <a:off x="3447" y="383"/>
              <a:ext cx="17" cy="131"/>
            </a:xfrm>
            <a:custGeom>
              <a:avLst/>
              <a:gdLst>
                <a:gd name="T0" fmla="*/ 17 w 17"/>
                <a:gd name="T1" fmla="*/ 131 h 131"/>
                <a:gd name="T2" fmla="*/ 17 w 17"/>
                <a:gd name="T3" fmla="*/ 0 h 131"/>
                <a:gd name="T4" fmla="*/ 0 w 17"/>
                <a:gd name="T5" fmla="*/ 10 h 131"/>
                <a:gd name="T6" fmla="*/ 0 w 17"/>
                <a:gd name="T7" fmla="*/ 131 h 131"/>
                <a:gd name="T8" fmla="*/ 17 w 17"/>
                <a:gd name="T9" fmla="*/ 131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31">
                  <a:moveTo>
                    <a:pt x="17" y="131"/>
                  </a:moveTo>
                  <a:lnTo>
                    <a:pt x="17" y="0"/>
                  </a:lnTo>
                  <a:lnTo>
                    <a:pt x="0" y="10"/>
                  </a:lnTo>
                  <a:lnTo>
                    <a:pt x="0" y="131"/>
                  </a:lnTo>
                  <a:lnTo>
                    <a:pt x="17" y="13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1" name="Freeform 305"/>
            <p:cNvSpPr>
              <a:spLocks noEditPoints="1"/>
            </p:cNvSpPr>
            <p:nvPr/>
          </p:nvSpPr>
          <p:spPr bwMode="auto">
            <a:xfrm>
              <a:off x="3490" y="386"/>
              <a:ext cx="23" cy="128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2"/>
                    <a:pt x="8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10"/>
                    <a:pt x="5" y="10"/>
                  </a:cubicBezTo>
                  <a:cubicBezTo>
                    <a:pt x="8" y="10"/>
                    <a:pt x="10" y="7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2" name="Freeform 306"/>
            <p:cNvSpPr>
              <a:spLocks/>
            </p:cNvSpPr>
            <p:nvPr/>
          </p:nvSpPr>
          <p:spPr bwMode="auto">
            <a:xfrm>
              <a:off x="3535" y="419"/>
              <a:ext cx="73" cy="98"/>
            </a:xfrm>
            <a:custGeom>
              <a:avLst/>
              <a:gdLst>
                <a:gd name="T0" fmla="*/ 31 w 31"/>
                <a:gd name="T1" fmla="*/ 6 h 41"/>
                <a:gd name="T2" fmla="*/ 17 w 31"/>
                <a:gd name="T3" fmla="*/ 0 h 41"/>
                <a:gd name="T4" fmla="*/ 0 w 31"/>
                <a:gd name="T5" fmla="*/ 20 h 41"/>
                <a:gd name="T6" fmla="*/ 17 w 31"/>
                <a:gd name="T7" fmla="*/ 41 h 41"/>
                <a:gd name="T8" fmla="*/ 31 w 31"/>
                <a:gd name="T9" fmla="*/ 33 h 41"/>
                <a:gd name="T10" fmla="*/ 26 w 31"/>
                <a:gd name="T11" fmla="*/ 28 h 41"/>
                <a:gd name="T12" fmla="*/ 17 w 31"/>
                <a:gd name="T13" fmla="*/ 33 h 41"/>
                <a:gd name="T14" fmla="*/ 8 w 31"/>
                <a:gd name="T15" fmla="*/ 20 h 41"/>
                <a:gd name="T16" fmla="*/ 17 w 31"/>
                <a:gd name="T17" fmla="*/ 7 h 41"/>
                <a:gd name="T18" fmla="*/ 26 w 31"/>
                <a:gd name="T19" fmla="*/ 12 h 41"/>
                <a:gd name="T20" fmla="*/ 31 w 31"/>
                <a:gd name="T21" fmla="*/ 6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" h="41">
                  <a:moveTo>
                    <a:pt x="31" y="6"/>
                  </a:moveTo>
                  <a:cubicBezTo>
                    <a:pt x="27" y="2"/>
                    <a:pt x="23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7" y="41"/>
                    <a:pt x="17" y="41"/>
                  </a:cubicBezTo>
                  <a:cubicBezTo>
                    <a:pt x="24" y="41"/>
                    <a:pt x="28" y="37"/>
                    <a:pt x="31" y="33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3" y="32"/>
                    <a:pt x="21" y="33"/>
                    <a:pt x="17" y="33"/>
                  </a:cubicBezTo>
                  <a:cubicBezTo>
                    <a:pt x="11" y="33"/>
                    <a:pt x="8" y="28"/>
                    <a:pt x="8" y="20"/>
                  </a:cubicBezTo>
                  <a:cubicBezTo>
                    <a:pt x="8" y="12"/>
                    <a:pt x="11" y="7"/>
                    <a:pt x="17" y="7"/>
                  </a:cubicBezTo>
                  <a:cubicBezTo>
                    <a:pt x="20" y="7"/>
                    <a:pt x="23" y="9"/>
                    <a:pt x="26" y="12"/>
                  </a:cubicBezTo>
                  <a:lnTo>
                    <a:pt x="31" y="6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3" name="Freeform 307"/>
            <p:cNvSpPr>
              <a:spLocks/>
            </p:cNvSpPr>
            <p:nvPr/>
          </p:nvSpPr>
          <p:spPr bwMode="auto">
            <a:xfrm>
              <a:off x="3632" y="383"/>
              <a:ext cx="73" cy="131"/>
            </a:xfrm>
            <a:custGeom>
              <a:avLst/>
              <a:gdLst>
                <a:gd name="T0" fmla="*/ 31 w 31"/>
                <a:gd name="T1" fmla="*/ 55 h 55"/>
                <a:gd name="T2" fmla="*/ 31 w 31"/>
                <a:gd name="T3" fmla="*/ 32 h 55"/>
                <a:gd name="T4" fmla="*/ 17 w 31"/>
                <a:gd name="T5" fmla="*/ 15 h 55"/>
                <a:gd name="T6" fmla="*/ 7 w 31"/>
                <a:gd name="T7" fmla="*/ 19 h 55"/>
                <a:gd name="T8" fmla="*/ 7 w 31"/>
                <a:gd name="T9" fmla="*/ 0 h 55"/>
                <a:gd name="T10" fmla="*/ 0 w 31"/>
                <a:gd name="T11" fmla="*/ 4 h 55"/>
                <a:gd name="T12" fmla="*/ 0 w 31"/>
                <a:gd name="T13" fmla="*/ 55 h 55"/>
                <a:gd name="T14" fmla="*/ 7 w 31"/>
                <a:gd name="T15" fmla="*/ 55 h 55"/>
                <a:gd name="T16" fmla="*/ 7 w 31"/>
                <a:gd name="T17" fmla="*/ 32 h 55"/>
                <a:gd name="T18" fmla="*/ 15 w 31"/>
                <a:gd name="T19" fmla="*/ 22 h 55"/>
                <a:gd name="T20" fmla="*/ 23 w 31"/>
                <a:gd name="T21" fmla="*/ 33 h 55"/>
                <a:gd name="T22" fmla="*/ 23 w 31"/>
                <a:gd name="T23" fmla="*/ 55 h 55"/>
                <a:gd name="T24" fmla="*/ 31 w 31"/>
                <a:gd name="T25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55">
                  <a:moveTo>
                    <a:pt x="31" y="55"/>
                  </a:moveTo>
                  <a:cubicBezTo>
                    <a:pt x="31" y="32"/>
                    <a:pt x="31" y="32"/>
                    <a:pt x="31" y="32"/>
                  </a:cubicBezTo>
                  <a:cubicBezTo>
                    <a:pt x="31" y="21"/>
                    <a:pt x="26" y="15"/>
                    <a:pt x="17" y="15"/>
                  </a:cubicBezTo>
                  <a:cubicBezTo>
                    <a:pt x="13" y="15"/>
                    <a:pt x="9" y="17"/>
                    <a:pt x="7" y="19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7" y="55"/>
                    <a:pt x="7" y="55"/>
                    <a:pt x="7" y="55"/>
                  </a:cubicBezTo>
                  <a:cubicBezTo>
                    <a:pt x="7" y="32"/>
                    <a:pt x="7" y="32"/>
                    <a:pt x="7" y="32"/>
                  </a:cubicBezTo>
                  <a:cubicBezTo>
                    <a:pt x="7" y="26"/>
                    <a:pt x="10" y="22"/>
                    <a:pt x="15" y="22"/>
                  </a:cubicBezTo>
                  <a:cubicBezTo>
                    <a:pt x="20" y="22"/>
                    <a:pt x="23" y="25"/>
                    <a:pt x="23" y="33"/>
                  </a:cubicBezTo>
                  <a:cubicBezTo>
                    <a:pt x="23" y="55"/>
                    <a:pt x="23" y="55"/>
                    <a:pt x="23" y="55"/>
                  </a:cubicBezTo>
                  <a:lnTo>
                    <a:pt x="31" y="55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4" name="Freeform 308"/>
            <p:cNvSpPr>
              <a:spLocks noEditPoints="1"/>
            </p:cNvSpPr>
            <p:nvPr/>
          </p:nvSpPr>
          <p:spPr bwMode="auto">
            <a:xfrm>
              <a:off x="3726" y="419"/>
              <a:ext cx="81" cy="98"/>
            </a:xfrm>
            <a:custGeom>
              <a:avLst/>
              <a:gdLst>
                <a:gd name="T0" fmla="*/ 34 w 34"/>
                <a:gd name="T1" fmla="*/ 19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5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19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19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5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2"/>
                    <a:pt x="21" y="34"/>
                    <a:pt x="18" y="34"/>
                  </a:cubicBezTo>
                  <a:cubicBezTo>
                    <a:pt x="13" y="34"/>
                    <a:pt x="9" y="30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19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0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5" name="Freeform 309"/>
            <p:cNvSpPr>
              <a:spLocks/>
            </p:cNvSpPr>
            <p:nvPr/>
          </p:nvSpPr>
          <p:spPr bwMode="auto">
            <a:xfrm>
              <a:off x="2025" y="390"/>
              <a:ext cx="385" cy="571"/>
            </a:xfrm>
            <a:custGeom>
              <a:avLst/>
              <a:gdLst>
                <a:gd name="T0" fmla="*/ 149 w 385"/>
                <a:gd name="T1" fmla="*/ 0 h 571"/>
                <a:gd name="T2" fmla="*/ 0 w 385"/>
                <a:gd name="T3" fmla="*/ 0 h 571"/>
                <a:gd name="T4" fmla="*/ 0 w 385"/>
                <a:gd name="T5" fmla="*/ 571 h 571"/>
                <a:gd name="T6" fmla="*/ 385 w 385"/>
                <a:gd name="T7" fmla="*/ 571 h 571"/>
                <a:gd name="T8" fmla="*/ 385 w 385"/>
                <a:gd name="T9" fmla="*/ 437 h 571"/>
                <a:gd name="T10" fmla="*/ 149 w 385"/>
                <a:gd name="T11" fmla="*/ 437 h 571"/>
                <a:gd name="T12" fmla="*/ 149 w 385"/>
                <a:gd name="T13" fmla="*/ 0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5" h="571">
                  <a:moveTo>
                    <a:pt x="149" y="0"/>
                  </a:moveTo>
                  <a:lnTo>
                    <a:pt x="0" y="0"/>
                  </a:lnTo>
                  <a:lnTo>
                    <a:pt x="0" y="571"/>
                  </a:lnTo>
                  <a:lnTo>
                    <a:pt x="385" y="571"/>
                  </a:lnTo>
                  <a:lnTo>
                    <a:pt x="385" y="437"/>
                  </a:lnTo>
                  <a:lnTo>
                    <a:pt x="149" y="4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6" name="Freeform 310"/>
            <p:cNvSpPr>
              <a:spLocks/>
            </p:cNvSpPr>
            <p:nvPr/>
          </p:nvSpPr>
          <p:spPr bwMode="auto">
            <a:xfrm>
              <a:off x="1123" y="390"/>
              <a:ext cx="871" cy="571"/>
            </a:xfrm>
            <a:custGeom>
              <a:avLst/>
              <a:gdLst>
                <a:gd name="T0" fmla="*/ 0 w 871"/>
                <a:gd name="T1" fmla="*/ 351 h 571"/>
                <a:gd name="T2" fmla="*/ 78 w 871"/>
                <a:gd name="T3" fmla="*/ 84 h 571"/>
                <a:gd name="T4" fmla="*/ 177 w 871"/>
                <a:gd name="T5" fmla="*/ 440 h 571"/>
                <a:gd name="T6" fmla="*/ 182 w 871"/>
                <a:gd name="T7" fmla="*/ 440 h 571"/>
                <a:gd name="T8" fmla="*/ 305 w 871"/>
                <a:gd name="T9" fmla="*/ 0 h 571"/>
                <a:gd name="T10" fmla="*/ 310 w 871"/>
                <a:gd name="T11" fmla="*/ 0 h 571"/>
                <a:gd name="T12" fmla="*/ 464 w 871"/>
                <a:gd name="T13" fmla="*/ 0 h 571"/>
                <a:gd name="T14" fmla="*/ 584 w 871"/>
                <a:gd name="T15" fmla="*/ 440 h 571"/>
                <a:gd name="T16" fmla="*/ 589 w 871"/>
                <a:gd name="T17" fmla="*/ 440 h 571"/>
                <a:gd name="T18" fmla="*/ 715 w 871"/>
                <a:gd name="T19" fmla="*/ 0 h 571"/>
                <a:gd name="T20" fmla="*/ 871 w 871"/>
                <a:gd name="T21" fmla="*/ 0 h 571"/>
                <a:gd name="T22" fmla="*/ 705 w 871"/>
                <a:gd name="T23" fmla="*/ 571 h 571"/>
                <a:gd name="T24" fmla="*/ 469 w 871"/>
                <a:gd name="T25" fmla="*/ 571 h 571"/>
                <a:gd name="T26" fmla="*/ 386 w 871"/>
                <a:gd name="T27" fmla="*/ 268 h 571"/>
                <a:gd name="T28" fmla="*/ 298 w 871"/>
                <a:gd name="T29" fmla="*/ 571 h 571"/>
                <a:gd name="T30" fmla="*/ 61 w 871"/>
                <a:gd name="T31" fmla="*/ 571 h 571"/>
                <a:gd name="T32" fmla="*/ 0 w 871"/>
                <a:gd name="T33" fmla="*/ 351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1" h="571">
                  <a:moveTo>
                    <a:pt x="0" y="351"/>
                  </a:moveTo>
                  <a:lnTo>
                    <a:pt x="78" y="84"/>
                  </a:lnTo>
                  <a:lnTo>
                    <a:pt x="177" y="440"/>
                  </a:lnTo>
                  <a:lnTo>
                    <a:pt x="182" y="440"/>
                  </a:lnTo>
                  <a:lnTo>
                    <a:pt x="305" y="0"/>
                  </a:lnTo>
                  <a:lnTo>
                    <a:pt x="310" y="0"/>
                  </a:lnTo>
                  <a:lnTo>
                    <a:pt x="464" y="0"/>
                  </a:lnTo>
                  <a:lnTo>
                    <a:pt x="584" y="440"/>
                  </a:lnTo>
                  <a:lnTo>
                    <a:pt x="589" y="440"/>
                  </a:lnTo>
                  <a:lnTo>
                    <a:pt x="715" y="0"/>
                  </a:lnTo>
                  <a:lnTo>
                    <a:pt x="871" y="0"/>
                  </a:lnTo>
                  <a:lnTo>
                    <a:pt x="705" y="571"/>
                  </a:lnTo>
                  <a:lnTo>
                    <a:pt x="469" y="571"/>
                  </a:lnTo>
                  <a:lnTo>
                    <a:pt x="386" y="268"/>
                  </a:lnTo>
                  <a:lnTo>
                    <a:pt x="298" y="571"/>
                  </a:lnTo>
                  <a:lnTo>
                    <a:pt x="61" y="571"/>
                  </a:lnTo>
                  <a:lnTo>
                    <a:pt x="0" y="35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7" name="Freeform 311"/>
            <p:cNvSpPr>
              <a:spLocks/>
            </p:cNvSpPr>
            <p:nvPr/>
          </p:nvSpPr>
          <p:spPr bwMode="auto">
            <a:xfrm>
              <a:off x="136" y="390"/>
              <a:ext cx="1041" cy="571"/>
            </a:xfrm>
            <a:custGeom>
              <a:avLst/>
              <a:gdLst>
                <a:gd name="T0" fmla="*/ 876 w 1041"/>
                <a:gd name="T1" fmla="*/ 571 h 571"/>
                <a:gd name="T2" fmla="*/ 641 w 1041"/>
                <a:gd name="T3" fmla="*/ 571 h 571"/>
                <a:gd name="T4" fmla="*/ 492 w 1041"/>
                <a:gd name="T5" fmla="*/ 46 h 571"/>
                <a:gd name="T6" fmla="*/ 327 w 1041"/>
                <a:gd name="T7" fmla="*/ 280 h 571"/>
                <a:gd name="T8" fmla="*/ 542 w 1041"/>
                <a:gd name="T9" fmla="*/ 571 h 571"/>
                <a:gd name="T10" fmla="*/ 355 w 1041"/>
                <a:gd name="T11" fmla="*/ 571 h 571"/>
                <a:gd name="T12" fmla="*/ 196 w 1041"/>
                <a:gd name="T13" fmla="*/ 347 h 571"/>
                <a:gd name="T14" fmla="*/ 151 w 1041"/>
                <a:gd name="T15" fmla="*/ 347 h 571"/>
                <a:gd name="T16" fmla="*/ 151 w 1041"/>
                <a:gd name="T17" fmla="*/ 571 h 571"/>
                <a:gd name="T18" fmla="*/ 0 w 1041"/>
                <a:gd name="T19" fmla="*/ 571 h 571"/>
                <a:gd name="T20" fmla="*/ 0 w 1041"/>
                <a:gd name="T21" fmla="*/ 0 h 571"/>
                <a:gd name="T22" fmla="*/ 151 w 1041"/>
                <a:gd name="T23" fmla="*/ 0 h 571"/>
                <a:gd name="T24" fmla="*/ 151 w 1041"/>
                <a:gd name="T25" fmla="*/ 215 h 571"/>
                <a:gd name="T26" fmla="*/ 196 w 1041"/>
                <a:gd name="T27" fmla="*/ 215 h 571"/>
                <a:gd name="T28" fmla="*/ 343 w 1041"/>
                <a:gd name="T29" fmla="*/ 0 h 571"/>
                <a:gd name="T30" fmla="*/ 480 w 1041"/>
                <a:gd name="T31" fmla="*/ 0 h 571"/>
                <a:gd name="T32" fmla="*/ 525 w 1041"/>
                <a:gd name="T33" fmla="*/ 0 h 571"/>
                <a:gd name="T34" fmla="*/ 634 w 1041"/>
                <a:gd name="T35" fmla="*/ 0 h 571"/>
                <a:gd name="T36" fmla="*/ 755 w 1041"/>
                <a:gd name="T37" fmla="*/ 440 h 571"/>
                <a:gd name="T38" fmla="*/ 760 w 1041"/>
                <a:gd name="T39" fmla="*/ 440 h 571"/>
                <a:gd name="T40" fmla="*/ 885 w 1041"/>
                <a:gd name="T41" fmla="*/ 0 h 571"/>
                <a:gd name="T42" fmla="*/ 1041 w 1041"/>
                <a:gd name="T43" fmla="*/ 0 h 571"/>
                <a:gd name="T44" fmla="*/ 876 w 1041"/>
                <a:gd name="T45" fmla="*/ 571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041" h="571">
                  <a:moveTo>
                    <a:pt x="876" y="571"/>
                  </a:moveTo>
                  <a:lnTo>
                    <a:pt x="641" y="571"/>
                  </a:lnTo>
                  <a:lnTo>
                    <a:pt x="492" y="46"/>
                  </a:lnTo>
                  <a:lnTo>
                    <a:pt x="327" y="280"/>
                  </a:lnTo>
                  <a:lnTo>
                    <a:pt x="542" y="571"/>
                  </a:lnTo>
                  <a:lnTo>
                    <a:pt x="355" y="571"/>
                  </a:lnTo>
                  <a:lnTo>
                    <a:pt x="196" y="347"/>
                  </a:lnTo>
                  <a:lnTo>
                    <a:pt x="151" y="347"/>
                  </a:lnTo>
                  <a:lnTo>
                    <a:pt x="151" y="571"/>
                  </a:lnTo>
                  <a:lnTo>
                    <a:pt x="0" y="571"/>
                  </a:lnTo>
                  <a:lnTo>
                    <a:pt x="0" y="0"/>
                  </a:lnTo>
                  <a:lnTo>
                    <a:pt x="151" y="0"/>
                  </a:lnTo>
                  <a:lnTo>
                    <a:pt x="151" y="215"/>
                  </a:lnTo>
                  <a:lnTo>
                    <a:pt x="196" y="215"/>
                  </a:lnTo>
                  <a:lnTo>
                    <a:pt x="343" y="0"/>
                  </a:lnTo>
                  <a:lnTo>
                    <a:pt x="480" y="0"/>
                  </a:lnTo>
                  <a:lnTo>
                    <a:pt x="525" y="0"/>
                  </a:lnTo>
                  <a:lnTo>
                    <a:pt x="634" y="0"/>
                  </a:lnTo>
                  <a:lnTo>
                    <a:pt x="755" y="440"/>
                  </a:lnTo>
                  <a:lnTo>
                    <a:pt x="760" y="440"/>
                  </a:lnTo>
                  <a:lnTo>
                    <a:pt x="885" y="0"/>
                  </a:lnTo>
                  <a:lnTo>
                    <a:pt x="1041" y="0"/>
                  </a:lnTo>
                  <a:lnTo>
                    <a:pt x="876" y="571"/>
                  </a:lnTo>
                  <a:close/>
                </a:path>
              </a:pathLst>
            </a:custGeom>
            <a:solidFill>
              <a:srgbClr val="55A51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</p:grpSp>
      <p:sp>
        <p:nvSpPr>
          <p:cNvPr id="9" name="Textfeld 8"/>
          <p:cNvSpPr txBox="1"/>
          <p:nvPr/>
        </p:nvSpPr>
        <p:spPr>
          <a:xfrm>
            <a:off x="5882804" y="4840002"/>
            <a:ext cx="32611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800" dirty="0">
                <a:solidFill>
                  <a:prstClr val="white"/>
                </a:solidFill>
                <a:cs typeface="Arial" panose="020B0604020202020204" pitchFamily="34" charset="0"/>
              </a:rPr>
              <a:t> </a:t>
            </a:r>
          </a:p>
          <a:p>
            <a:pPr algn="r"/>
            <a:r>
              <a:rPr lang="de-DE" sz="800" dirty="0">
                <a:solidFill>
                  <a:prstClr val="white"/>
                </a:solidFill>
                <a:cs typeface="Arial" panose="020B0604020202020204" pitchFamily="34" charset="0"/>
              </a:rPr>
              <a:t>Dortmund, 12.02.2021</a:t>
            </a:r>
          </a:p>
        </p:txBody>
      </p:sp>
    </p:spTree>
    <p:extLst>
      <p:ext uri="{BB962C8B-B14F-4D97-AF65-F5344CB8AC3E}">
        <p14:creationId xmlns:p14="http://schemas.microsoft.com/office/powerpoint/2010/main" val="53593087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330316209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8685583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Motivation </a:t>
            </a:r>
          </a:p>
        </p:txBody>
      </p:sp>
      <p:sp>
        <p:nvSpPr>
          <p:cNvPr id="7" name="Rechteck 6"/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4" name="Rechteck 13"/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5" name="Rechteck 14"/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16" name="Rechteck 15"/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17" name="Rechteck 16"/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2" name="Rechteck 21"/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44CDC00-ACDE-4AE6-AC9B-4F17FE3D0D2A}"/>
              </a:ext>
            </a:extLst>
          </p:cNvPr>
          <p:cNvSpPr txBox="1"/>
          <p:nvPr/>
        </p:nvSpPr>
        <p:spPr>
          <a:xfrm>
            <a:off x="749220" y="1425602"/>
            <a:ext cx="7956884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Hohe Anzahl an Applikationen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Logs auf verschiedene Server verteilt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Aufwendiger Fehleranalyseprozess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58E2264E-7531-4261-8EC1-6A96D67F10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6150224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7" name="Rechteck 6"/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4" name="Rechteck 13"/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5" name="Rechteck 14"/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16" name="Rechteck 15"/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17" name="Rechteck 16"/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2" name="Rechteck 21"/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44CDC00-ACDE-4AE6-AC9B-4F17FE3D0D2A}"/>
              </a:ext>
            </a:extLst>
          </p:cNvPr>
          <p:cNvSpPr txBox="1"/>
          <p:nvPr/>
        </p:nvSpPr>
        <p:spPr>
          <a:xfrm>
            <a:off x="749220" y="1425602"/>
            <a:ext cx="795688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Evaluierung von Log-Management-Tools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Einrichten eines zentralisierten </a:t>
            </a:r>
            <a:r>
              <a:rPr lang="de-DE" sz="1600" dirty="0" err="1"/>
              <a:t>Logging</a:t>
            </a:r>
            <a:r>
              <a:rPr lang="de-DE" sz="1600" dirty="0"/>
              <a:t>-Servers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Umsetzung der in der Projektarbeit definierten Richtlinien </a:t>
            </a:r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6F797DC1-AF95-43E3-80DA-C75DE0E312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58521562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5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2520417983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54505308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Anforderungen an die Log-Management-Tools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Selbstverwaltete Lösung (keine Cloud-Lösung)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Einsammeln von Logs aus unterschiedlichen Anwendungen 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Speicherung von Logs ohne externe Datenbank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Anzeige und Analyse von Logs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Filtern und Durchsuchen von Logs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Installation auf Linux</a:t>
            </a:r>
          </a:p>
        </p:txBody>
      </p:sp>
    </p:spTree>
    <p:extLst>
      <p:ext uri="{BB962C8B-B14F-4D97-AF65-F5344CB8AC3E}">
        <p14:creationId xmlns:p14="http://schemas.microsoft.com/office/powerpoint/2010/main" val="29712529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Anforderungen an die Log-Management-Tools</a:t>
            </a: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8B66B5EC-D980-458E-9520-775095B444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18219611"/>
              </p:ext>
            </p:extLst>
          </p:nvPr>
        </p:nvGraphicFramePr>
        <p:xfrm>
          <a:off x="431540" y="651000"/>
          <a:ext cx="8308818" cy="4212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40128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4C8AD4A4-1131-4495-8B76-BCC5518042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5F1F457C-81DA-4117-BE45-55CD4B29592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345DC9DE-F8F3-4D4F-BD82-E357B598BDB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3ED7635-527E-4EA9-A1AF-42C75064A2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C54F58F-301D-4F32-A776-7FBC0ADA1A1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6658383-9656-4FBF-9E6F-4DBF471DE36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28060F0D-D37A-404F-88E8-F5B02E84AA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2082C56-EA3D-45E5-A1A9-03BE9ADDBB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Vergleich</a:t>
            </a:r>
          </a:p>
        </p:txBody>
      </p:sp>
      <p:graphicFrame>
        <p:nvGraphicFramePr>
          <p:cNvPr id="13" name="Diagramm 12">
            <a:extLst>
              <a:ext uri="{FF2B5EF4-FFF2-40B4-BE49-F238E27FC236}">
                <a16:creationId xmlns:a16="http://schemas.microsoft.com/office/drawing/2014/main" id="{B618B7AD-3523-469D-9C95-4ADB0103ED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4069046"/>
              </p:ext>
            </p:extLst>
          </p:nvPr>
        </p:nvGraphicFramePr>
        <p:xfrm>
          <a:off x="1524000" y="1347614"/>
          <a:ext cx="6096000" cy="32561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09786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0D76806-759F-4DC0-ACDC-44A8AD213D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9E3EDCC5-2861-49DA-AF8A-587D7FC096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9A077A3-3346-40E9-B82B-FAE873582F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4062296E-E278-4764-BC7B-FA77F717CD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CB1E91C5-C9AE-4085-9043-A7BE5FCE5A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BBAEB742-463B-4229-A658-5A7854F316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9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944758285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2887494401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Hat Server</a:t>
            </a: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1D1F70B2-7C67-4816-8E6C-5086EFD4B3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548730"/>
              </p:ext>
            </p:extLst>
          </p:nvPr>
        </p:nvGraphicFramePr>
        <p:xfrm>
          <a:off x="269522" y="350486"/>
          <a:ext cx="8478942" cy="4442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692647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200B6CB5-F5E6-4BE8-A862-63657AA4B43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4E707D7B-1445-4C41-9C41-D963ECD1A2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9B5AB16D-CF71-4B11-AC91-26D4ABD533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F4AB6FE-6595-412D-AE57-25CE4ACA8A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9313F1D8-C4F2-4603-8626-DF151C12BF8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7E1388B-0362-450D-B4E3-A5AF96E44B3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213CBDC-EFCC-47E0-8385-A88D1FDDDD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4E64D32-2516-40B6-A411-8C6AD07AA3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03B019C7-702B-4D3D-9B2F-A4EC910FC26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F3F8B97B-0969-4D5D-8D14-D84A5E5E28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D22F610A-ADC7-466E-908F-061431EFDC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Filebeat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3819180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Installation auf Windows-Server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Elasticsearch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Kibana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Inputs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31C7C3F-320D-464A-83EC-2B3A0D58C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008" y="1408067"/>
            <a:ext cx="3486150" cy="39052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686A4B-8CD4-49F4-817A-D270FF934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008" y="2180154"/>
            <a:ext cx="3219450" cy="371475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23B9EB67-43F6-4C2A-9CC0-451E746056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008" y="2873550"/>
            <a:ext cx="3009900" cy="15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8059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Struktur der Logs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AD6ED14-8BD6-436F-BF1A-96D447451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029" y="966165"/>
            <a:ext cx="3312368" cy="386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89992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13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894335425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484263033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Vierteljahreserklärung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Generierung der Erklärung zur Vierteljahresabrechnung 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Client-Server-Anwendung 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Kommunikation über Schnittstellen: „/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bsnr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“ und „/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pdf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Aufruf der C#-Methode 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GetBSNRsAsync</a:t>
            </a:r>
            <a:endParaRPr lang="de-DE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36817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Konfiguration von </a:t>
            </a:r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NLog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9FA9B63E-D2FB-4D7D-9B5F-A17BFD89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1402786"/>
            <a:ext cx="4222092" cy="188904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966D986-2047-4A80-BCC3-F1C99BA780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984" y="2202105"/>
            <a:ext cx="4537371" cy="225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0899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Implementierung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547F5AA-E044-4AA6-8F58-C3D6E7DFC13A}"/>
              </a:ext>
            </a:extLst>
          </p:cNvPr>
          <p:cNvSpPr txBox="1"/>
          <p:nvPr/>
        </p:nvSpPr>
        <p:spPr>
          <a:xfrm>
            <a:off x="749220" y="1425602"/>
            <a:ext cx="7567196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Aufruf von externen Schnittstellen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Auftreten von Fehlern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Kommunikation zwischen Server und Client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2548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Aufruf von externen Schnittstellen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Arztregister-Schnittstelle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Nutzung des Arztregister-Clients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Log-Level: 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Debug</a:t>
            </a: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D386588-F364-42C0-9E88-1DE12AC15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40" y="2715766"/>
            <a:ext cx="5486434" cy="1115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9940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Auftreten von Fehlern 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36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Loggen von Fehlern</a:t>
            </a:r>
          </a:p>
          <a:p>
            <a:pPr marL="285750" indent="-285750">
              <a:spcBef>
                <a:spcPts val="600"/>
              </a:spcBef>
              <a:spcAft>
                <a:spcPts val="36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Log-Level: Error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8EA819B-F3C3-42AF-BD19-4A31E52E4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7475" y="2355726"/>
            <a:ext cx="4968552" cy="240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46457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Kommunikation zwischen Server und Client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Anfragen der Clients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Schnittstelle 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„/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bsnrs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Log-Level: Info</a:t>
            </a:r>
          </a:p>
          <a:p>
            <a:pPr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21A6CC5-2D86-4392-902B-C73559D39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625" y="2446803"/>
            <a:ext cx="53911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8263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20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307555203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013508134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Fehleranalyse im Ausgangszustand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61B8D17-5A2A-4C8A-8865-C66A4D236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136" y="1210796"/>
            <a:ext cx="2847719" cy="369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9559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Verbesserter Fehleranalyseprozess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004826F-7839-4BC6-B886-F7F8E0ECF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94" y="1779662"/>
            <a:ext cx="5438775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92413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23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76976102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163985412"/>
      </p:ext>
    </p:extLst>
  </p:cSld>
  <p:clrMapOvr>
    <a:masterClrMapping/>
  </p:clrMapOvr>
  <p:transition spd="slow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24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graphicFrame>
        <p:nvGraphicFramePr>
          <p:cNvPr id="11" name="Diagramm 10"/>
          <p:cNvGraphicFramePr/>
          <p:nvPr>
            <p:extLst>
              <p:ext uri="{D42A27DB-BD31-4B8C-83A1-F6EECF244321}">
                <p14:modId xmlns:p14="http://schemas.microsoft.com/office/powerpoint/2010/main" val="294595959"/>
              </p:ext>
            </p:extLst>
          </p:nvPr>
        </p:nvGraphicFramePr>
        <p:xfrm>
          <a:off x="867641" y="1100582"/>
          <a:ext cx="7084681" cy="33843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59D2B6D7-5745-46A1-8DB4-9AFACF296C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4736980-B1BD-448C-AD7C-8C49D0B41420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B523C52-CD01-46DA-BB2D-3B58F0223C97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2BD1A38-89AE-43DB-9574-5B802D67B3DA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9707674-6064-4DAF-BB6B-E4F454E2396B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5311ED9-CD9C-49AC-B44B-C8445BBE17E0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70E44C-CD25-40A9-8D31-9DE6A2AD904C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477459668"/>
      </p:ext>
    </p:ext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25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Ausblick</a:t>
            </a:r>
          </a:p>
        </p:txBody>
      </p:sp>
      <p:pic>
        <p:nvPicPr>
          <p:cNvPr id="11" name="Grafik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003798"/>
            <a:ext cx="868448" cy="1834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" name="Diagramm 11"/>
          <p:cNvGraphicFramePr/>
          <p:nvPr>
            <p:extLst>
              <p:ext uri="{D42A27DB-BD31-4B8C-83A1-F6EECF244321}">
                <p14:modId xmlns:p14="http://schemas.microsoft.com/office/powerpoint/2010/main" val="102872300"/>
              </p:ext>
            </p:extLst>
          </p:nvPr>
        </p:nvGraphicFramePr>
        <p:xfrm>
          <a:off x="2124000" y="1069339"/>
          <a:ext cx="6048400" cy="30098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82B76EDE-55EA-4885-9FCC-3D144DA42B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3525FBF-0009-46A5-949A-8F354A811F5E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0BA76B1-37F6-427C-BA58-BFA4B816036C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85C943D-A68B-43EF-81E9-0BC10E1AB43E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F323156-2499-4B92-82B5-1B17120C61D4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F7152A9-2874-439D-8464-04100D1249C0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352A74E-AE87-4AB9-945B-A14FFD6ABA6E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04372854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Bernd Hecker / 1.2.1 Le    Aufgaben und Organisation Ärztlicher/Psychotherapeutischer Körperschaften und Verbände - 28.06.2019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32645-6AAF-4E23-B5F0-807530D98911}" type="slidenum">
              <a:rPr lang="de-DE" smtClean="0"/>
              <a:t>26</a:t>
            </a:fld>
            <a:endParaRPr lang="de-DE"/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97" y="-985"/>
            <a:ext cx="9144793" cy="514547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563888" y="2211710"/>
            <a:ext cx="43924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3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Vielen Dank für Ihre Aufmerksamkeit!</a:t>
            </a:r>
          </a:p>
        </p:txBody>
      </p:sp>
      <p:cxnSp>
        <p:nvCxnSpPr>
          <p:cNvPr id="8" name="Gerader Verbinder 7"/>
          <p:cNvCxnSpPr/>
          <p:nvPr/>
        </p:nvCxnSpPr>
        <p:spPr>
          <a:xfrm>
            <a:off x="3563888" y="3507854"/>
            <a:ext cx="4536504" cy="0"/>
          </a:xfrm>
          <a:prstGeom prst="line">
            <a:avLst/>
          </a:prstGeom>
          <a:ln w="19050">
            <a:solidFill>
              <a:srgbClr val="80878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87" y="220740"/>
            <a:ext cx="2320373" cy="38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471080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KVWL Master">
      <a:dk1>
        <a:sysClr val="windowText" lastClr="000000"/>
      </a:dk1>
      <a:lt1>
        <a:sysClr val="window" lastClr="FFFFFF"/>
      </a:lt1>
      <a:dk2>
        <a:srgbClr val="55A51C"/>
      </a:dk2>
      <a:lt2>
        <a:srgbClr val="8E969D"/>
      </a:lt2>
      <a:accent1>
        <a:srgbClr val="55A51C"/>
      </a:accent1>
      <a:accent2>
        <a:srgbClr val="EE7203"/>
      </a:accent2>
      <a:accent3>
        <a:srgbClr val="AE0F0A"/>
      </a:accent3>
      <a:accent4>
        <a:srgbClr val="FFCC00"/>
      </a:accent4>
      <a:accent5>
        <a:srgbClr val="F7A600"/>
      </a:accent5>
      <a:accent6>
        <a:srgbClr val="646464"/>
      </a:accent6>
      <a:hlink>
        <a:srgbClr val="55A51C"/>
      </a:hlink>
      <a:folHlink>
        <a:srgbClr val="55A51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eispielpräsentation KVWL 2019 Juli" id="{3C029A01-DE2A-4198-9C44-65885A4E0F36}" vid="{5E5F5986-4F38-47D6-B226-CB9CA8A0B3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e677b4b8d99425298bf1c34fe305cf7 xmlns="0b31d0e6-12a2-4b25-8c3c-abdbcff8a8f8">
      <Terms xmlns="http://schemas.microsoft.com/office/infopath/2007/PartnerControls"/>
    </ce677b4b8d99425298bf1c34fe305cf7>
    <WLCOM_NewsPublishingDate xmlns="0b31d0e6-12a2-4b25-8c3c-abdbcff8a8f8">2017-10-25T06:10:00+00:00</WLCOM_NewsPublishingDate>
    <TaxCatchAll xmlns="0b31d0e6-12a2-4b25-8c3c-abdbcff8a8f8"/>
    <KategorieMMP xmlns="0b31d0e6-12a2-4b25-8c3c-abdbcff8a8f8">Beispielpräsentation</KategorieMMP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Multimedia-Präsentationen" ma:contentTypeID="0x010100C8A38E25A8BE400989B3B16A961BED0E0D00EE0815C4842CF9448BEFDC7DBAB6E956" ma:contentTypeVersion="4" ma:contentTypeDescription="Dokument für Info-Center Multimedia-Präsentationen" ma:contentTypeScope="" ma:versionID="4bac25bbf1052e7b977810895bded124">
  <xsd:schema xmlns:xsd="http://www.w3.org/2001/XMLSchema" xmlns:xs="http://www.w3.org/2001/XMLSchema" xmlns:p="http://schemas.microsoft.com/office/2006/metadata/properties" xmlns:ns2="0b31d0e6-12a2-4b25-8c3c-abdbcff8a8f8" targetNamespace="http://schemas.microsoft.com/office/2006/metadata/properties" ma:root="true" ma:fieldsID="2eff551a9ad7f773083da433b7d150be" ns2:_="">
    <xsd:import namespace="0b31d0e6-12a2-4b25-8c3c-abdbcff8a8f8"/>
    <xsd:element name="properties">
      <xsd:complexType>
        <xsd:sequence>
          <xsd:element name="documentManagement">
            <xsd:complexType>
              <xsd:all>
                <xsd:element ref="ns2:WLCOM_NewsPublishingDate"/>
                <xsd:element ref="ns2:ce677b4b8d99425298bf1c34fe305cf7" minOccurs="0"/>
                <xsd:element ref="ns2:TaxCatchAll" minOccurs="0"/>
                <xsd:element ref="ns2:TaxCatchAllLabel" minOccurs="0"/>
                <xsd:element ref="ns2:KategorieMMP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31d0e6-12a2-4b25-8c3c-abdbcff8a8f8" elementFormDefault="qualified">
    <xsd:import namespace="http://schemas.microsoft.com/office/2006/documentManagement/types"/>
    <xsd:import namespace="http://schemas.microsoft.com/office/infopath/2007/PartnerControls"/>
    <xsd:element name="WLCOM_NewsPublishingDate" ma:index="8" ma:displayName="Veröffentlichungsdatum" ma:default="[today]" ma:format="DateTime" ma:internalName="WLCOM_NewsPublishingDate" ma:readOnly="false">
      <xsd:simpleType>
        <xsd:restriction base="dms:DateTime"/>
      </xsd:simpleType>
    </xsd:element>
    <xsd:element name="ce677b4b8d99425298bf1c34fe305cf7" ma:index="9" nillable="true" ma:taxonomy="true" ma:internalName="ce677b4b8d99425298bf1c34fe305cf7" ma:taxonomyFieldName="KvwlTaxArchiv" ma:displayName="Archiv" ma:fieldId="{ce677b4b-8d99-4252-98bf-1c34fe305cf7}" ma:sspId="917d9c89-4e6c-4c69-b152-7c5e630ba8a9" ma:termSetId="7be56004-6ec3-47b3-a694-9657fbbaa81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59b27a16-bfa4-4673-8619-44febf56b01f}" ma:internalName="TaxCatchAll" ma:showField="CatchAllData" ma:web="0b31d0e6-12a2-4b25-8c3c-abdbcff8a8f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1" nillable="true" ma:displayName="Taxonomy Catch All Column1" ma:hidden="true" ma:list="{59b27a16-bfa4-4673-8619-44febf56b01f}" ma:internalName="TaxCatchAllLabel" ma:readOnly="true" ma:showField="CatchAllDataLabel" ma:web="0b31d0e6-12a2-4b25-8c3c-abdbcff8a8f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KategorieMMP" ma:index="13" nillable="true" ma:displayName="KategorieMMP" ma:format="Dropdown" ma:internalName="KategorieMMP">
      <xsd:simpleType>
        <xsd:restriction base="dms:Choice">
          <xsd:enumeration value="Style Guide"/>
          <xsd:enumeration value="Masterpräsentation"/>
          <xsd:enumeration value="Titelfolie"/>
          <xsd:enumeration value="Agenda"/>
          <xsd:enumeration value="Folie"/>
          <xsd:enumeration value="Folienkatalog"/>
          <xsd:enumeration value="Kartenmaterial"/>
          <xsd:enumeration value="Trennfolie"/>
          <xsd:enumeration value="Abschlussfolie"/>
          <xsd:enumeration value="Bilder"/>
          <xsd:enumeration value="Grafiken und Piktogramme"/>
          <xsd:enumeration value="Praxisstart"/>
          <xsd:enumeration value="Beispielpräsentation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1980D1A-6385-487D-BDE8-7DE792450AD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427EDD4-E584-4629-874F-7C5934A5D2A6}">
  <ds:schemaRefs>
    <ds:schemaRef ds:uri="http://purl.org/dc/elements/1.1/"/>
    <ds:schemaRef ds:uri="http://schemas.microsoft.com/office/2006/metadata/properties"/>
    <ds:schemaRef ds:uri="0b31d0e6-12a2-4b25-8c3c-abdbcff8a8f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0310AD7-4114-448D-9D0B-6F617E9BD99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b31d0e6-12a2-4b25-8c3c-abdbcff8a8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Projektarbeit-KevinBollich</Template>
  <TotalTime>0</TotalTime>
  <Words>1213</Words>
  <Application>Microsoft Office PowerPoint</Application>
  <PresentationFormat>Bildschirmpräsentation (16:9)</PresentationFormat>
  <Paragraphs>332</Paragraphs>
  <Slides>26</Slides>
  <Notes>24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KVWL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Bollich, Kevin</dc:creator>
  <cp:lastModifiedBy>Kevin Bollich</cp:lastModifiedBy>
  <cp:revision>162</cp:revision>
  <dcterms:created xsi:type="dcterms:W3CDTF">2020-08-31T05:30:04Z</dcterms:created>
  <dcterms:modified xsi:type="dcterms:W3CDTF">2021-02-08T17:06:05Z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0x010100C8A38E25A8BE400989B3B16A961BED0E0D00EE0815C4842CF9448BEFDC7DBAB6E956</vt:lpwstr>
  </property>
  <property fmtid="{D5CDD505-2E9C-101B-9397-08002B2CF9AE}" pid="3" name="KvwlTaxArchiv">
    <vt:lpwstr/>
  </property>
</Properties>
</file>