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6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sldIdLst>
    <p:sldId id="258" r:id="rId5"/>
    <p:sldId id="260" r:id="rId6"/>
    <p:sldId id="292" r:id="rId7"/>
    <p:sldId id="317" r:id="rId8"/>
    <p:sldId id="294" r:id="rId9"/>
    <p:sldId id="293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3" r:id="rId18"/>
    <p:sldId id="302" r:id="rId19"/>
    <p:sldId id="304" r:id="rId20"/>
    <p:sldId id="312" r:id="rId21"/>
    <p:sldId id="305" r:id="rId22"/>
    <p:sldId id="308" r:id="rId23"/>
    <p:sldId id="313" r:id="rId24"/>
    <p:sldId id="309" r:id="rId25"/>
    <p:sldId id="314" r:id="rId26"/>
    <p:sldId id="315" r:id="rId27"/>
    <p:sldId id="311" r:id="rId28"/>
    <p:sldId id="310" r:id="rId29"/>
    <p:sldId id="316" r:id="rId30"/>
    <p:sldId id="259" r:id="rId31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A51C"/>
    <a:srgbClr val="8E969D"/>
    <a:srgbClr val="E8E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3" autoAdjust="0"/>
    <p:restoredTop sz="96259" autoAdjust="0"/>
  </p:normalViewPr>
  <p:slideViewPr>
    <p:cSldViewPr>
      <p:cViewPr varScale="1">
        <p:scale>
          <a:sx n="145" d="100"/>
          <a:sy n="145" d="100"/>
        </p:scale>
        <p:origin x="51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64" d="100"/>
        <a:sy n="16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Aktuelle Stand im CFT Portale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Richtlinien für das CFT Portale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 err="1"/>
            <a:t>Logging</a:t>
          </a:r>
          <a:r>
            <a:rPr lang="de-DE" dirty="0"/>
            <a:t> Allgemein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Herausforderungen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>
            <a:lumMod val="75000"/>
          </a:schemeClr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/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/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/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/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/>
    </dgm:pt>
  </dgm:ptLst>
  <dgm:cxnLst>
    <dgm:cxn modelId="{2C2F290C-DEAE-4BC0-B6C3-353B1BA22DA1}" type="presOf" srcId="{F62B63FE-BD36-48FD-9F99-256A18A94D4C}" destId="{A24FD770-614A-41B5-A9CA-569C7386B1D0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0DAAD35C-E8C0-43FC-8C4D-E474023C01E2}" type="presOf" srcId="{5996AE49-9E4D-42D5-887B-5A9C97427805}" destId="{20AC5343-B263-453E-9113-2FDE30C5DDA3}" srcOrd="0" destOrd="0" presId="urn:microsoft.com/office/officeart/2008/layout/VerticalCurvedList"/>
    <dgm:cxn modelId="{55BA2853-1E89-4A2C-9C87-C058B503F754}" type="presOf" srcId="{EA1FEA3B-3E93-4B0F-8584-A0D43A46236B}" destId="{6CB10B2F-9879-444C-B4A0-F363ABCA091A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414B98AC-C126-46C8-8B53-4772AA89B3D5}" type="presOf" srcId="{6997EDF3-F16D-45F3-989D-7070DEC904FD}" destId="{184C3F63-B329-4564-9150-04495D528D5E}" srcOrd="0" destOrd="0" presId="urn:microsoft.com/office/officeart/2008/layout/VerticalCurvedList"/>
    <dgm:cxn modelId="{4A82D9C8-2980-42A4-BA39-29F19E580FE7}" type="presOf" srcId="{A3914A9D-F3DE-4214-AC4F-18E69F46FB9A}" destId="{683AB623-CBA8-434C-A473-B12BC6E9C2E0}" srcOrd="0" destOrd="0" presId="urn:microsoft.com/office/officeart/2008/layout/VerticalCurvedList"/>
    <dgm:cxn modelId="{3480DCC9-1062-424F-ADE2-880D85C0C97A}" type="presOf" srcId="{3761138B-2241-4F22-9709-C27A0E843D65}" destId="{21AB6E52-E6FB-439F-90D2-48CFDCEA222C}" srcOrd="0" destOrd="0" presId="urn:microsoft.com/office/officeart/2008/layout/VerticalCurvedList"/>
    <dgm:cxn modelId="{2A589ED0-E1AE-4792-83D3-3AEC2C458546}" type="presOf" srcId="{B1C54EDB-27F1-4D0B-A8E2-EBCDA053C028}" destId="{F78AEB79-CB02-4F89-81BD-172C796338E9}" srcOrd="0" destOrd="0" presId="urn:microsoft.com/office/officeart/2008/layout/VerticalCurvedList"/>
    <dgm:cxn modelId="{9E9AACE5-DF7F-4CB2-971E-E004CF28CC5C}" type="presOf" srcId="{86B87B53-EBC9-40E5-9DA1-78E3F32D75E7}" destId="{85D374A2-4262-410F-800B-988A373C62C6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9CFD07B5-5308-4B54-9628-F6278EC98415}" type="presParOf" srcId="{184C3F63-B329-4564-9150-04495D528D5E}" destId="{0633A375-2783-4609-93BE-C7D03BF2A340}" srcOrd="0" destOrd="0" presId="urn:microsoft.com/office/officeart/2008/layout/VerticalCurvedList"/>
    <dgm:cxn modelId="{3441D43F-DDCD-47AE-A344-F1504398C7AF}" type="presParOf" srcId="{0633A375-2783-4609-93BE-C7D03BF2A340}" destId="{868EE911-B357-43D6-8DEE-E3411972FFCF}" srcOrd="0" destOrd="0" presId="urn:microsoft.com/office/officeart/2008/layout/VerticalCurvedList"/>
    <dgm:cxn modelId="{CCC3BFD0-0F74-4D20-B585-4D31CC7D6362}" type="presParOf" srcId="{868EE911-B357-43D6-8DEE-E3411972FFCF}" destId="{171243DC-6A53-42DA-9A24-6E56CCCC6113}" srcOrd="0" destOrd="0" presId="urn:microsoft.com/office/officeart/2008/layout/VerticalCurvedList"/>
    <dgm:cxn modelId="{D85FD06B-CD18-4DAC-8FC1-08DEA5C9517A}" type="presParOf" srcId="{868EE911-B357-43D6-8DEE-E3411972FFCF}" destId="{21AB6E52-E6FB-439F-90D2-48CFDCEA222C}" srcOrd="1" destOrd="0" presId="urn:microsoft.com/office/officeart/2008/layout/VerticalCurvedList"/>
    <dgm:cxn modelId="{C05DC8A9-0DFD-4DBA-AC5E-9F1DAB753BA4}" type="presParOf" srcId="{868EE911-B357-43D6-8DEE-E3411972FFCF}" destId="{1AC5ED35-CCCE-4059-8032-00F52D5D52EA}" srcOrd="2" destOrd="0" presId="urn:microsoft.com/office/officeart/2008/layout/VerticalCurvedList"/>
    <dgm:cxn modelId="{67F1AD12-CECD-49E9-8398-D37CA960A388}" type="presParOf" srcId="{868EE911-B357-43D6-8DEE-E3411972FFCF}" destId="{1DF41974-BF5B-43AE-AAC8-3EA9A4644019}" srcOrd="3" destOrd="0" presId="urn:microsoft.com/office/officeart/2008/layout/VerticalCurvedList"/>
    <dgm:cxn modelId="{84755DDA-B72D-4460-ACB6-E0A3F4820542}" type="presParOf" srcId="{0633A375-2783-4609-93BE-C7D03BF2A340}" destId="{6CB10B2F-9879-444C-B4A0-F363ABCA091A}" srcOrd="1" destOrd="0" presId="urn:microsoft.com/office/officeart/2008/layout/VerticalCurvedList"/>
    <dgm:cxn modelId="{E713E17B-48D9-48ED-A8C3-8525FB0B459D}" type="presParOf" srcId="{0633A375-2783-4609-93BE-C7D03BF2A340}" destId="{D7CB13C4-E59D-4B93-AF70-475CD78A872A}" srcOrd="2" destOrd="0" presId="urn:microsoft.com/office/officeart/2008/layout/VerticalCurvedList"/>
    <dgm:cxn modelId="{FE4DFB22-10F5-45C5-8267-2AAF072491E0}" type="presParOf" srcId="{D7CB13C4-E59D-4B93-AF70-475CD78A872A}" destId="{C0EBFD42-BEF6-4EE7-9E97-B792EC2750B1}" srcOrd="0" destOrd="0" presId="urn:microsoft.com/office/officeart/2008/layout/VerticalCurvedList"/>
    <dgm:cxn modelId="{C2EB4EDC-A73F-48FA-80AB-8BF9445C7CD4}" type="presParOf" srcId="{0633A375-2783-4609-93BE-C7D03BF2A340}" destId="{20AC5343-B263-453E-9113-2FDE30C5DDA3}" srcOrd="3" destOrd="0" presId="urn:microsoft.com/office/officeart/2008/layout/VerticalCurvedList"/>
    <dgm:cxn modelId="{E00819EF-B5CC-4E26-962B-862BEACF757C}" type="presParOf" srcId="{0633A375-2783-4609-93BE-C7D03BF2A340}" destId="{922875A5-CDDA-482F-ADD9-3E2FF10E006C}" srcOrd="4" destOrd="0" presId="urn:microsoft.com/office/officeart/2008/layout/VerticalCurvedList"/>
    <dgm:cxn modelId="{424C18A0-BA2F-43CE-A390-F77C7E8F1E74}" type="presParOf" srcId="{922875A5-CDDA-482F-ADD9-3E2FF10E006C}" destId="{EF89F8C3-A96D-4BF5-88D8-8F94599E533C}" srcOrd="0" destOrd="0" presId="urn:microsoft.com/office/officeart/2008/layout/VerticalCurvedList"/>
    <dgm:cxn modelId="{EF0F4FFF-523B-46E0-9BC1-7BCBEBF803C0}" type="presParOf" srcId="{0633A375-2783-4609-93BE-C7D03BF2A340}" destId="{A24FD770-614A-41B5-A9CA-569C7386B1D0}" srcOrd="5" destOrd="0" presId="urn:microsoft.com/office/officeart/2008/layout/VerticalCurvedList"/>
    <dgm:cxn modelId="{0DE90577-1B6B-4DE6-8550-2E318D1AE05A}" type="presParOf" srcId="{0633A375-2783-4609-93BE-C7D03BF2A340}" destId="{2D0F9BE1-7440-4BC4-A53A-B1C4E3A913CE}" srcOrd="6" destOrd="0" presId="urn:microsoft.com/office/officeart/2008/layout/VerticalCurvedList"/>
    <dgm:cxn modelId="{660E0D81-A5BE-42EA-9EF2-6450C4BFF89C}" type="presParOf" srcId="{2D0F9BE1-7440-4BC4-A53A-B1C4E3A913CE}" destId="{B64BA658-EE10-4819-B2E3-5AC54DC5B199}" srcOrd="0" destOrd="0" presId="urn:microsoft.com/office/officeart/2008/layout/VerticalCurvedList"/>
    <dgm:cxn modelId="{FDE1DB65-98D9-4EC3-AE51-92401FB11151}" type="presParOf" srcId="{0633A375-2783-4609-93BE-C7D03BF2A340}" destId="{85D374A2-4262-410F-800B-988A373C62C6}" srcOrd="7" destOrd="0" presId="urn:microsoft.com/office/officeart/2008/layout/VerticalCurvedList"/>
    <dgm:cxn modelId="{BE4144FE-B092-4350-93A6-23027E24D7C6}" type="presParOf" srcId="{0633A375-2783-4609-93BE-C7D03BF2A340}" destId="{661C954E-078F-4CEE-B38C-6E786FCE7030}" srcOrd="8" destOrd="0" presId="urn:microsoft.com/office/officeart/2008/layout/VerticalCurvedList"/>
    <dgm:cxn modelId="{6A063F87-2A5C-47E0-BBE1-FAD0825BB3A2}" type="presParOf" srcId="{661C954E-078F-4CEE-B38C-6E786FCE7030}" destId="{8E3A7CF7-7B13-480D-8426-B0C0046E4C26}" srcOrd="0" destOrd="0" presId="urn:microsoft.com/office/officeart/2008/layout/VerticalCurvedList"/>
    <dgm:cxn modelId="{279FD9EA-7726-42C3-8FB0-4ACC62EC4EB3}" type="presParOf" srcId="{0633A375-2783-4609-93BE-C7D03BF2A340}" destId="{F78AEB79-CB02-4F89-81BD-172C796338E9}" srcOrd="9" destOrd="0" presId="urn:microsoft.com/office/officeart/2008/layout/VerticalCurvedList"/>
    <dgm:cxn modelId="{7C8FB24B-32C8-4719-916D-0B9059B61EAA}" type="presParOf" srcId="{0633A375-2783-4609-93BE-C7D03BF2A340}" destId="{B3095D8B-7D1A-4FB6-B7C2-7213BEC7CBE2}" srcOrd="10" destOrd="0" presId="urn:microsoft.com/office/officeart/2008/layout/VerticalCurvedList"/>
    <dgm:cxn modelId="{C2138FE7-C116-40BA-8E2A-F688141C1801}" type="presParOf" srcId="{B3095D8B-7D1A-4FB6-B7C2-7213BEC7CBE2}" destId="{3CB56FDF-A779-4321-9317-BB61FA016D61}" srcOrd="0" destOrd="0" presId="urn:microsoft.com/office/officeart/2008/layout/VerticalCurvedList"/>
    <dgm:cxn modelId="{B4CF6449-6527-4886-AEFF-291680590758}" type="presParOf" srcId="{0633A375-2783-4609-93BE-C7D03BF2A340}" destId="{683AB623-CBA8-434C-A473-B12BC6E9C2E0}" srcOrd="11" destOrd="0" presId="urn:microsoft.com/office/officeart/2008/layout/VerticalCurvedList"/>
    <dgm:cxn modelId="{A41A209A-D45B-40C1-9A9D-93AC5E8734BC}" type="presParOf" srcId="{0633A375-2783-4609-93BE-C7D03BF2A340}" destId="{0990E579-A375-427D-A58D-80A4D47A484E}" srcOrd="12" destOrd="0" presId="urn:microsoft.com/office/officeart/2008/layout/VerticalCurvedList"/>
    <dgm:cxn modelId="{94DA9CE0-5E1A-4E40-BE64-818DDA9F24DC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Aktuelle Stand im CFT Portale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Richtlinien für das CFT Portale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 err="1"/>
            <a:t>Logging</a:t>
          </a:r>
          <a:r>
            <a:rPr lang="de-DE" dirty="0"/>
            <a:t> Allgemein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Herausforderungen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>
            <a:lumMod val="65000"/>
          </a:schemeClr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/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/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/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/>
    </dgm:pt>
  </dgm:ptLst>
  <dgm:cxnLst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4F7DC31D-AD22-4021-BA08-3801F68D3264}" type="presOf" srcId="{B1C54EDB-27F1-4D0B-A8E2-EBCDA053C028}" destId="{F78AEB79-CB02-4F89-81BD-172C796338E9}" srcOrd="0" destOrd="0" presId="urn:microsoft.com/office/officeart/2008/layout/VerticalCurvedList"/>
    <dgm:cxn modelId="{5BF01266-BBBC-491B-B0EC-483A237D084B}" type="presOf" srcId="{6997EDF3-F16D-45F3-989D-7070DEC904FD}" destId="{184C3F63-B329-4564-9150-04495D528D5E}" srcOrd="0" destOrd="0" presId="urn:microsoft.com/office/officeart/2008/layout/VerticalCurvedList"/>
    <dgm:cxn modelId="{0C762E6F-D86F-4432-98EC-8D094861CCEB}" type="presOf" srcId="{EA1FEA3B-3E93-4B0F-8584-A0D43A46236B}" destId="{6CB10B2F-9879-444C-B4A0-F363ABCA091A}" srcOrd="0" destOrd="0" presId="urn:microsoft.com/office/officeart/2008/layout/VerticalCurvedList"/>
    <dgm:cxn modelId="{0A797A71-B1FB-4297-B78A-252C32E49CA5}" type="presOf" srcId="{F62B63FE-BD36-48FD-9F99-256A18A94D4C}" destId="{A24FD770-614A-41B5-A9CA-569C7386B1D0}" srcOrd="0" destOrd="0" presId="urn:microsoft.com/office/officeart/2008/layout/VerticalCurvedList"/>
    <dgm:cxn modelId="{5BD0047D-7E2D-4029-AD52-9DEEE49D3893}" type="presOf" srcId="{86B87B53-EBC9-40E5-9DA1-78E3F32D75E7}" destId="{85D374A2-4262-410F-800B-988A373C62C6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6CD8AA90-EDBA-4342-B83F-9F87DE43B61D}" type="presOf" srcId="{5996AE49-9E4D-42D5-887B-5A9C97427805}" destId="{20AC5343-B263-453E-9113-2FDE30C5DDA3}" srcOrd="0" destOrd="0" presId="urn:microsoft.com/office/officeart/2008/layout/VerticalCurvedList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ABD49AD3-EA11-496E-A59D-1B378392DC98}" type="presOf" srcId="{A3914A9D-F3DE-4214-AC4F-18E69F46FB9A}" destId="{683AB623-CBA8-434C-A473-B12BC6E9C2E0}" srcOrd="0" destOrd="0" presId="urn:microsoft.com/office/officeart/2008/layout/VerticalCurvedList"/>
    <dgm:cxn modelId="{AC6B8FED-54B2-430E-A0BA-4380E4171BBF}" type="presOf" srcId="{3761138B-2241-4F22-9709-C27A0E843D65}" destId="{21AB6E52-E6FB-439F-90D2-48CFDCEA222C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4615087E-42A3-48ED-9729-6286D35BFCF5}" type="presParOf" srcId="{184C3F63-B329-4564-9150-04495D528D5E}" destId="{0633A375-2783-4609-93BE-C7D03BF2A340}" srcOrd="0" destOrd="0" presId="urn:microsoft.com/office/officeart/2008/layout/VerticalCurvedList"/>
    <dgm:cxn modelId="{B631A866-FC2D-45F0-A716-103DE9D19967}" type="presParOf" srcId="{0633A375-2783-4609-93BE-C7D03BF2A340}" destId="{868EE911-B357-43D6-8DEE-E3411972FFCF}" srcOrd="0" destOrd="0" presId="urn:microsoft.com/office/officeart/2008/layout/VerticalCurvedList"/>
    <dgm:cxn modelId="{F6684D98-26DC-4776-BCE1-B2FE72495E1A}" type="presParOf" srcId="{868EE911-B357-43D6-8DEE-E3411972FFCF}" destId="{171243DC-6A53-42DA-9A24-6E56CCCC6113}" srcOrd="0" destOrd="0" presId="urn:microsoft.com/office/officeart/2008/layout/VerticalCurvedList"/>
    <dgm:cxn modelId="{28D84E10-5662-4D1A-A944-1BDC55E7439D}" type="presParOf" srcId="{868EE911-B357-43D6-8DEE-E3411972FFCF}" destId="{21AB6E52-E6FB-439F-90D2-48CFDCEA222C}" srcOrd="1" destOrd="0" presId="urn:microsoft.com/office/officeart/2008/layout/VerticalCurvedList"/>
    <dgm:cxn modelId="{49600917-E05A-447C-8BE2-49C005D8B046}" type="presParOf" srcId="{868EE911-B357-43D6-8DEE-E3411972FFCF}" destId="{1AC5ED35-CCCE-4059-8032-00F52D5D52EA}" srcOrd="2" destOrd="0" presId="urn:microsoft.com/office/officeart/2008/layout/VerticalCurvedList"/>
    <dgm:cxn modelId="{36F7A510-1F31-4EF5-8C9A-2CB7BCA0BA1A}" type="presParOf" srcId="{868EE911-B357-43D6-8DEE-E3411972FFCF}" destId="{1DF41974-BF5B-43AE-AAC8-3EA9A4644019}" srcOrd="3" destOrd="0" presId="urn:microsoft.com/office/officeart/2008/layout/VerticalCurvedList"/>
    <dgm:cxn modelId="{060CB735-9C94-4504-8006-8A65F26C25EE}" type="presParOf" srcId="{0633A375-2783-4609-93BE-C7D03BF2A340}" destId="{6CB10B2F-9879-444C-B4A0-F363ABCA091A}" srcOrd="1" destOrd="0" presId="urn:microsoft.com/office/officeart/2008/layout/VerticalCurvedList"/>
    <dgm:cxn modelId="{0D455AB1-BDE6-4F2B-A12D-677B8EE44963}" type="presParOf" srcId="{0633A375-2783-4609-93BE-C7D03BF2A340}" destId="{D7CB13C4-E59D-4B93-AF70-475CD78A872A}" srcOrd="2" destOrd="0" presId="urn:microsoft.com/office/officeart/2008/layout/VerticalCurvedList"/>
    <dgm:cxn modelId="{40A53265-77CB-45AE-924B-0604B39942FE}" type="presParOf" srcId="{D7CB13C4-E59D-4B93-AF70-475CD78A872A}" destId="{C0EBFD42-BEF6-4EE7-9E97-B792EC2750B1}" srcOrd="0" destOrd="0" presId="urn:microsoft.com/office/officeart/2008/layout/VerticalCurvedList"/>
    <dgm:cxn modelId="{56A8A179-110A-4DD7-9EBD-4CAA3EABE441}" type="presParOf" srcId="{0633A375-2783-4609-93BE-C7D03BF2A340}" destId="{20AC5343-B263-453E-9113-2FDE30C5DDA3}" srcOrd="3" destOrd="0" presId="urn:microsoft.com/office/officeart/2008/layout/VerticalCurvedList"/>
    <dgm:cxn modelId="{9FC4D1EA-8EB7-4B6F-A5AB-E58A2ABE93C0}" type="presParOf" srcId="{0633A375-2783-4609-93BE-C7D03BF2A340}" destId="{922875A5-CDDA-482F-ADD9-3E2FF10E006C}" srcOrd="4" destOrd="0" presId="urn:microsoft.com/office/officeart/2008/layout/VerticalCurvedList"/>
    <dgm:cxn modelId="{DCC63CC3-EA13-4B91-B9F9-4CFD2D5428EE}" type="presParOf" srcId="{922875A5-CDDA-482F-ADD9-3E2FF10E006C}" destId="{EF89F8C3-A96D-4BF5-88D8-8F94599E533C}" srcOrd="0" destOrd="0" presId="urn:microsoft.com/office/officeart/2008/layout/VerticalCurvedList"/>
    <dgm:cxn modelId="{8C9A00F9-A5A2-47B9-B542-0FEB6FE4F874}" type="presParOf" srcId="{0633A375-2783-4609-93BE-C7D03BF2A340}" destId="{A24FD770-614A-41B5-A9CA-569C7386B1D0}" srcOrd="5" destOrd="0" presId="urn:microsoft.com/office/officeart/2008/layout/VerticalCurvedList"/>
    <dgm:cxn modelId="{1E8475D4-A57A-435C-896A-BF09DAFF1634}" type="presParOf" srcId="{0633A375-2783-4609-93BE-C7D03BF2A340}" destId="{2D0F9BE1-7440-4BC4-A53A-B1C4E3A913CE}" srcOrd="6" destOrd="0" presId="urn:microsoft.com/office/officeart/2008/layout/VerticalCurvedList"/>
    <dgm:cxn modelId="{E817A07C-6A11-460E-97FF-6844E5877187}" type="presParOf" srcId="{2D0F9BE1-7440-4BC4-A53A-B1C4E3A913CE}" destId="{B64BA658-EE10-4819-B2E3-5AC54DC5B199}" srcOrd="0" destOrd="0" presId="urn:microsoft.com/office/officeart/2008/layout/VerticalCurvedList"/>
    <dgm:cxn modelId="{5D2CE9A5-4746-4FE0-9F36-AF0DF2700357}" type="presParOf" srcId="{0633A375-2783-4609-93BE-C7D03BF2A340}" destId="{85D374A2-4262-410F-800B-988A373C62C6}" srcOrd="7" destOrd="0" presId="urn:microsoft.com/office/officeart/2008/layout/VerticalCurvedList"/>
    <dgm:cxn modelId="{705189A0-2930-4987-8A53-6953C05DC51F}" type="presParOf" srcId="{0633A375-2783-4609-93BE-C7D03BF2A340}" destId="{661C954E-078F-4CEE-B38C-6E786FCE7030}" srcOrd="8" destOrd="0" presId="urn:microsoft.com/office/officeart/2008/layout/VerticalCurvedList"/>
    <dgm:cxn modelId="{64C10F26-D8FE-42C9-B163-B514C892CA94}" type="presParOf" srcId="{661C954E-078F-4CEE-B38C-6E786FCE7030}" destId="{8E3A7CF7-7B13-480D-8426-B0C0046E4C26}" srcOrd="0" destOrd="0" presId="urn:microsoft.com/office/officeart/2008/layout/VerticalCurvedList"/>
    <dgm:cxn modelId="{C17A1E27-3CAB-4FB0-89A8-1D97D40B4514}" type="presParOf" srcId="{0633A375-2783-4609-93BE-C7D03BF2A340}" destId="{F78AEB79-CB02-4F89-81BD-172C796338E9}" srcOrd="9" destOrd="0" presId="urn:microsoft.com/office/officeart/2008/layout/VerticalCurvedList"/>
    <dgm:cxn modelId="{61BE3FD5-4BDA-4A01-8D2A-0BA776CA0A29}" type="presParOf" srcId="{0633A375-2783-4609-93BE-C7D03BF2A340}" destId="{B3095D8B-7D1A-4FB6-B7C2-7213BEC7CBE2}" srcOrd="10" destOrd="0" presId="urn:microsoft.com/office/officeart/2008/layout/VerticalCurvedList"/>
    <dgm:cxn modelId="{5D03F8B7-12F4-4592-9B25-A55941FE14C5}" type="presParOf" srcId="{B3095D8B-7D1A-4FB6-B7C2-7213BEC7CBE2}" destId="{3CB56FDF-A779-4321-9317-BB61FA016D61}" srcOrd="0" destOrd="0" presId="urn:microsoft.com/office/officeart/2008/layout/VerticalCurvedList"/>
    <dgm:cxn modelId="{591C7378-868A-4D5A-AA92-87CBF6A18F3C}" type="presParOf" srcId="{0633A375-2783-4609-93BE-C7D03BF2A340}" destId="{683AB623-CBA8-434C-A473-B12BC6E9C2E0}" srcOrd="11" destOrd="0" presId="urn:microsoft.com/office/officeart/2008/layout/VerticalCurvedList"/>
    <dgm:cxn modelId="{8CDF2529-B66E-4DF2-B3DB-EA881A64CBAA}" type="presParOf" srcId="{0633A375-2783-4609-93BE-C7D03BF2A340}" destId="{0990E579-A375-427D-A58D-80A4D47A484E}" srcOrd="12" destOrd="0" presId="urn:microsoft.com/office/officeart/2008/layout/VerticalCurvedList"/>
    <dgm:cxn modelId="{45079710-E97A-4199-8DA7-4A6FAC328169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/>
      <dgm:spPr/>
      <dgm:t>
        <a:bodyPr/>
        <a:lstStyle/>
        <a:p>
          <a:r>
            <a:rPr lang="de-DE" dirty="0"/>
            <a:t>Zu viel Loggen</a:t>
          </a:r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811800F1-D792-4671-8A98-22ACB524E3FF}">
      <dgm:prSet phldrT="[Text]"/>
      <dgm:spPr/>
      <dgm:t>
        <a:bodyPr/>
        <a:lstStyle/>
        <a:p>
          <a:r>
            <a:rPr lang="de-DE" dirty="0"/>
            <a:t>Zu wenig Loggen</a:t>
          </a:r>
        </a:p>
      </dgm:t>
    </dgm:pt>
    <dgm:pt modelId="{AEBB4880-8230-4810-973A-C20BEF0B8772}" type="parTrans" cxnId="{EE04D363-3576-454E-87B7-2DF4192A5F42}">
      <dgm:prSet/>
      <dgm:spPr/>
      <dgm:t>
        <a:bodyPr/>
        <a:lstStyle/>
        <a:p>
          <a:endParaRPr lang="de-DE"/>
        </a:p>
      </dgm:t>
    </dgm:pt>
    <dgm:pt modelId="{B8CF19FA-5D36-4186-A4BB-DDDD2676019C}" type="sibTrans" cxnId="{EE04D363-3576-454E-87B7-2DF4192A5F42}">
      <dgm:prSet/>
      <dgm:spPr/>
      <dgm:t>
        <a:bodyPr/>
        <a:lstStyle/>
        <a:p>
          <a:endParaRPr lang="de-DE"/>
        </a:p>
      </dgm:t>
    </dgm:pt>
    <dgm:pt modelId="{9DFB27B5-85F1-416E-B820-6AA325B05A91}">
      <dgm:prSet phldrT="[Text]"/>
      <dgm:spPr/>
      <dgm:t>
        <a:bodyPr/>
        <a:lstStyle/>
        <a:p>
          <a:r>
            <a:rPr lang="de-DE" dirty="0"/>
            <a:t>Fehlen von relevanten Informationen</a:t>
          </a:r>
        </a:p>
      </dgm:t>
    </dgm:pt>
    <dgm:pt modelId="{563D4EEC-D987-4537-9870-3BC8CEA75D1D}" type="parTrans" cxnId="{FC4392A0-F614-4EE6-8A40-AF006322CAE2}">
      <dgm:prSet/>
      <dgm:spPr/>
      <dgm:t>
        <a:bodyPr/>
        <a:lstStyle/>
        <a:p>
          <a:endParaRPr lang="de-DE"/>
        </a:p>
      </dgm:t>
    </dgm:pt>
    <dgm:pt modelId="{85DFB18D-E8E8-456B-8139-B225B2349211}" type="sibTrans" cxnId="{FC4392A0-F614-4EE6-8A40-AF006322CAE2}">
      <dgm:prSet/>
      <dgm:spPr/>
      <dgm:t>
        <a:bodyPr/>
        <a:lstStyle/>
        <a:p>
          <a:endParaRPr lang="de-DE"/>
        </a:p>
      </dgm:t>
    </dgm:pt>
    <dgm:pt modelId="{8ADC176A-56A2-4FAA-80FD-A8120EDB89F2}">
      <dgm:prSet phldrT="[Text]"/>
      <dgm:spPr/>
      <dgm:t>
        <a:bodyPr/>
        <a:lstStyle/>
        <a:p>
          <a:pPr>
            <a:spcAft>
              <a:spcPts val="1200"/>
            </a:spcAft>
          </a:pPr>
          <a:r>
            <a:rPr lang="de-DE" dirty="0"/>
            <a:t>Wichtige Logs werden verborgen</a:t>
          </a:r>
        </a:p>
      </dgm:t>
    </dgm:pt>
    <dgm:pt modelId="{21C95C28-615D-48FE-B29B-6E19E34484F4}" type="parTrans" cxnId="{754AE196-C9B6-4636-BADB-634B5121D26A}">
      <dgm:prSet/>
      <dgm:spPr/>
      <dgm:t>
        <a:bodyPr/>
        <a:lstStyle/>
        <a:p>
          <a:endParaRPr lang="de-DE"/>
        </a:p>
      </dgm:t>
    </dgm:pt>
    <dgm:pt modelId="{A34D9848-4735-4378-84C6-9DC7ACCA0CEB}" type="sibTrans" cxnId="{754AE196-C9B6-4636-BADB-634B5121D26A}">
      <dgm:prSet/>
      <dgm:spPr/>
      <dgm:t>
        <a:bodyPr/>
        <a:lstStyle/>
        <a:p>
          <a:endParaRPr lang="de-DE"/>
        </a:p>
      </dgm:t>
    </dgm:pt>
    <dgm:pt modelId="{B5DF4084-54A1-4E10-BE52-6A8BCF071CE1}">
      <dgm:prSet phldrT="[Text]"/>
      <dgm:spPr/>
      <dgm:t>
        <a:bodyPr/>
        <a:lstStyle/>
        <a:p>
          <a:pPr>
            <a:spcAft>
              <a:spcPts val="1200"/>
            </a:spcAft>
          </a:pPr>
          <a:r>
            <a:rPr lang="de-DE" dirty="0"/>
            <a:t>Steigen von Kosten</a:t>
          </a:r>
        </a:p>
      </dgm:t>
    </dgm:pt>
    <dgm:pt modelId="{979247FD-F22E-400C-AEAE-BC2F23BB7F55}" type="parTrans" cxnId="{D299F9CB-CDE0-4ADA-9996-9FE3706B87F6}">
      <dgm:prSet/>
      <dgm:spPr/>
      <dgm:t>
        <a:bodyPr/>
        <a:lstStyle/>
        <a:p>
          <a:endParaRPr lang="de-DE"/>
        </a:p>
      </dgm:t>
    </dgm:pt>
    <dgm:pt modelId="{5FC803C4-9051-47C3-9E19-25C4037BDFCB}" type="sibTrans" cxnId="{D299F9CB-CDE0-4ADA-9996-9FE3706B87F6}">
      <dgm:prSet/>
      <dgm:spPr/>
      <dgm:t>
        <a:bodyPr/>
        <a:lstStyle/>
        <a:p>
          <a:endParaRPr lang="de-DE"/>
        </a:p>
      </dgm:t>
    </dgm:pt>
    <dgm:pt modelId="{69DA918B-C4D3-4AC3-889E-ECA4A9FA3628}">
      <dgm:prSet phldrT="[Text]"/>
      <dgm:spPr/>
      <dgm:t>
        <a:bodyPr/>
        <a:lstStyle/>
        <a:p>
          <a:pPr>
            <a:spcAft>
              <a:spcPts val="1200"/>
            </a:spcAft>
          </a:pPr>
          <a:r>
            <a:rPr lang="de-DE" dirty="0"/>
            <a:t>Performance wird beeinträchtigt</a:t>
          </a:r>
        </a:p>
      </dgm:t>
    </dgm:pt>
    <dgm:pt modelId="{526F28EF-85CA-4DE6-A2D5-291E63F2FC57}" type="parTrans" cxnId="{5E55C1A2-6CF7-48A9-88C1-E48D421CD6F2}">
      <dgm:prSet/>
      <dgm:spPr/>
      <dgm:t>
        <a:bodyPr/>
        <a:lstStyle/>
        <a:p>
          <a:endParaRPr lang="de-DE"/>
        </a:p>
      </dgm:t>
    </dgm:pt>
    <dgm:pt modelId="{7DA7460C-5A45-46BF-A3B5-E5E27B55F264}" type="sibTrans" cxnId="{5E55C1A2-6CF7-48A9-88C1-E48D421CD6F2}">
      <dgm:prSet/>
      <dgm:spPr/>
      <dgm:t>
        <a:bodyPr/>
        <a:lstStyle/>
        <a:p>
          <a:endParaRPr lang="de-DE"/>
        </a:p>
      </dgm:t>
    </dgm:pt>
    <dgm:pt modelId="{A6D36C69-C9A0-42C8-AA49-923CFFEA0005}" type="pres">
      <dgm:prSet presAssocID="{F95EEEA6-80DC-4C2F-A2FC-D1A31FCB322E}" presName="Name0" presStyleCnt="0">
        <dgm:presLayoutVars>
          <dgm:dir/>
          <dgm:animLvl val="lvl"/>
          <dgm:resizeHandles val="exact"/>
        </dgm:presLayoutVars>
      </dgm:prSet>
      <dgm:spPr/>
    </dgm:pt>
    <dgm:pt modelId="{A2846D9A-44E9-432D-A2EC-7C02625934CE}" type="pres">
      <dgm:prSet presAssocID="{B6E43522-BE96-4F69-BBAD-FC911A035191}" presName="composite" presStyleCnt="0"/>
      <dgm:spPr/>
    </dgm:pt>
    <dgm:pt modelId="{50CFA3EA-911F-44C1-9695-56611AFEFF07}" type="pres">
      <dgm:prSet presAssocID="{B6E43522-BE96-4F69-BBAD-FC911A03519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8F2E425-944C-4B18-B110-32600375DBB4}" type="pres">
      <dgm:prSet presAssocID="{B6E43522-BE96-4F69-BBAD-FC911A035191}" presName="desTx" presStyleLbl="alignAccFollowNode1" presStyleIdx="0" presStyleCnt="2">
        <dgm:presLayoutVars>
          <dgm:bulletEnabled val="1"/>
        </dgm:presLayoutVars>
      </dgm:prSet>
      <dgm:spPr/>
    </dgm:pt>
    <dgm:pt modelId="{2B5ACAC8-938E-454D-B680-365D6EB1535C}" type="pres">
      <dgm:prSet presAssocID="{328B7052-87F7-4920-A2B5-7F2998AB44C4}" presName="space" presStyleCnt="0"/>
      <dgm:spPr/>
    </dgm:pt>
    <dgm:pt modelId="{B6EBAC55-EF1E-4DFE-900C-30A7B9EF24CB}" type="pres">
      <dgm:prSet presAssocID="{811800F1-D792-4671-8A98-22ACB524E3FF}" presName="composite" presStyleCnt="0"/>
      <dgm:spPr/>
    </dgm:pt>
    <dgm:pt modelId="{635A464E-38C3-41FE-B231-1A40C2498560}" type="pres">
      <dgm:prSet presAssocID="{811800F1-D792-4671-8A98-22ACB524E3F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38F2E26-B26A-40D1-B10E-F04A62033262}" type="pres">
      <dgm:prSet presAssocID="{811800F1-D792-4671-8A98-22ACB524E3F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86A9E0F-9F52-49E3-B09A-F1C46BC843A5}" type="presOf" srcId="{69DA918B-C4D3-4AC3-889E-ECA4A9FA3628}" destId="{88F2E425-944C-4B18-B110-32600375DBB4}" srcOrd="0" destOrd="0" presId="urn:microsoft.com/office/officeart/2005/8/layout/hList1"/>
    <dgm:cxn modelId="{BF70D619-D4BD-4AD9-BB94-D85856161769}" srcId="{F95EEEA6-80DC-4C2F-A2FC-D1A31FCB322E}" destId="{B6E43522-BE96-4F69-BBAD-FC911A035191}" srcOrd="0" destOrd="0" parTransId="{87FA34B1-728C-4FE2-B543-5B57439D1063}" sibTransId="{328B7052-87F7-4920-A2B5-7F2998AB44C4}"/>
    <dgm:cxn modelId="{D8B8DE3F-2B01-48BA-86BA-D507FD2FBA54}" type="presOf" srcId="{811800F1-D792-4671-8A98-22ACB524E3FF}" destId="{635A464E-38C3-41FE-B231-1A40C2498560}" srcOrd="0" destOrd="0" presId="urn:microsoft.com/office/officeart/2005/8/layout/hList1"/>
    <dgm:cxn modelId="{EE04D363-3576-454E-87B7-2DF4192A5F42}" srcId="{F95EEEA6-80DC-4C2F-A2FC-D1A31FCB322E}" destId="{811800F1-D792-4671-8A98-22ACB524E3FF}" srcOrd="1" destOrd="0" parTransId="{AEBB4880-8230-4810-973A-C20BEF0B8772}" sibTransId="{B8CF19FA-5D36-4186-A4BB-DDDD2676019C}"/>
    <dgm:cxn modelId="{76A7076A-A077-472E-B8B3-53A9D0C88740}" type="presOf" srcId="{B6E43522-BE96-4F69-BBAD-FC911A035191}" destId="{50CFA3EA-911F-44C1-9695-56611AFEFF07}" srcOrd="0" destOrd="0" presId="urn:microsoft.com/office/officeart/2005/8/layout/hList1"/>
    <dgm:cxn modelId="{6D8C2E6F-DBDE-4974-94A3-7DE221471A20}" type="presOf" srcId="{9DFB27B5-85F1-416E-B820-6AA325B05A91}" destId="{638F2E26-B26A-40D1-B10E-F04A62033262}" srcOrd="0" destOrd="0" presId="urn:microsoft.com/office/officeart/2005/8/layout/hList1"/>
    <dgm:cxn modelId="{14777C93-1907-4CEC-90DF-7C8212287B9F}" type="presOf" srcId="{B5DF4084-54A1-4E10-BE52-6A8BCF071CE1}" destId="{88F2E425-944C-4B18-B110-32600375DBB4}" srcOrd="0" destOrd="2" presId="urn:microsoft.com/office/officeart/2005/8/layout/hList1"/>
    <dgm:cxn modelId="{754AE196-C9B6-4636-BADB-634B5121D26A}" srcId="{B6E43522-BE96-4F69-BBAD-FC911A035191}" destId="{8ADC176A-56A2-4FAA-80FD-A8120EDB89F2}" srcOrd="1" destOrd="0" parTransId="{21C95C28-615D-48FE-B29B-6E19E34484F4}" sibTransId="{A34D9848-4735-4378-84C6-9DC7ACCA0CEB}"/>
    <dgm:cxn modelId="{760F4D98-9D4C-492E-AC74-DB7DC7D1E6AA}" type="presOf" srcId="{8ADC176A-56A2-4FAA-80FD-A8120EDB89F2}" destId="{88F2E425-944C-4B18-B110-32600375DBB4}" srcOrd="0" destOrd="1" presId="urn:microsoft.com/office/officeart/2005/8/layout/hList1"/>
    <dgm:cxn modelId="{FC4392A0-F614-4EE6-8A40-AF006322CAE2}" srcId="{811800F1-D792-4671-8A98-22ACB524E3FF}" destId="{9DFB27B5-85F1-416E-B820-6AA325B05A91}" srcOrd="0" destOrd="0" parTransId="{563D4EEC-D987-4537-9870-3BC8CEA75D1D}" sibTransId="{85DFB18D-E8E8-456B-8139-B225B2349211}"/>
    <dgm:cxn modelId="{5E55C1A2-6CF7-48A9-88C1-E48D421CD6F2}" srcId="{B6E43522-BE96-4F69-BBAD-FC911A035191}" destId="{69DA918B-C4D3-4AC3-889E-ECA4A9FA3628}" srcOrd="0" destOrd="0" parTransId="{526F28EF-85CA-4DE6-A2D5-291E63F2FC57}" sibTransId="{7DA7460C-5A45-46BF-A3B5-E5E27B55F264}"/>
    <dgm:cxn modelId="{D299F9CB-CDE0-4ADA-9996-9FE3706B87F6}" srcId="{B6E43522-BE96-4F69-BBAD-FC911A035191}" destId="{B5DF4084-54A1-4E10-BE52-6A8BCF071CE1}" srcOrd="2" destOrd="0" parTransId="{979247FD-F22E-400C-AEAE-BC2F23BB7F55}" sibTransId="{5FC803C4-9051-47C3-9E19-25C4037BDFCB}"/>
    <dgm:cxn modelId="{880542CD-6A85-497F-8B95-97D19C1C4EA8}" type="presOf" srcId="{F95EEEA6-80DC-4C2F-A2FC-D1A31FCB322E}" destId="{A6D36C69-C9A0-42C8-AA49-923CFFEA0005}" srcOrd="0" destOrd="0" presId="urn:microsoft.com/office/officeart/2005/8/layout/hList1"/>
    <dgm:cxn modelId="{091BFA22-EF6C-4F3F-9C27-829D54A9FDC8}" type="presParOf" srcId="{A6D36C69-C9A0-42C8-AA49-923CFFEA0005}" destId="{A2846D9A-44E9-432D-A2EC-7C02625934CE}" srcOrd="0" destOrd="0" presId="urn:microsoft.com/office/officeart/2005/8/layout/hList1"/>
    <dgm:cxn modelId="{AF333190-2C1A-4C61-9C33-CD6A5523901D}" type="presParOf" srcId="{A2846D9A-44E9-432D-A2EC-7C02625934CE}" destId="{50CFA3EA-911F-44C1-9695-56611AFEFF07}" srcOrd="0" destOrd="0" presId="urn:microsoft.com/office/officeart/2005/8/layout/hList1"/>
    <dgm:cxn modelId="{2E756F6F-F11F-49D8-8C5F-33854B8F8370}" type="presParOf" srcId="{A2846D9A-44E9-432D-A2EC-7C02625934CE}" destId="{88F2E425-944C-4B18-B110-32600375DBB4}" srcOrd="1" destOrd="0" presId="urn:microsoft.com/office/officeart/2005/8/layout/hList1"/>
    <dgm:cxn modelId="{744213B6-A7C7-4A5A-A249-F1E363BE17F0}" type="presParOf" srcId="{A6D36C69-C9A0-42C8-AA49-923CFFEA0005}" destId="{2B5ACAC8-938E-454D-B680-365D6EB1535C}" srcOrd="1" destOrd="0" presId="urn:microsoft.com/office/officeart/2005/8/layout/hList1"/>
    <dgm:cxn modelId="{E501B162-B273-4926-BA3C-8592414D8252}" type="presParOf" srcId="{A6D36C69-C9A0-42C8-AA49-923CFFEA0005}" destId="{B6EBAC55-EF1E-4DFE-900C-30A7B9EF24CB}" srcOrd="2" destOrd="0" presId="urn:microsoft.com/office/officeart/2005/8/layout/hList1"/>
    <dgm:cxn modelId="{6AAE1BD8-AB74-4347-AF93-E265FBE97D94}" type="presParOf" srcId="{B6EBAC55-EF1E-4DFE-900C-30A7B9EF24CB}" destId="{635A464E-38C3-41FE-B231-1A40C2498560}" srcOrd="0" destOrd="0" presId="urn:microsoft.com/office/officeart/2005/8/layout/hList1"/>
    <dgm:cxn modelId="{D054E3CC-4B91-457A-824D-0B7B175ABF5E}" type="presParOf" srcId="{B6EBAC55-EF1E-4DFE-900C-30A7B9EF24CB}" destId="{638F2E26-B26A-40D1-B10E-F04A6203326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 custT="1"/>
      <dgm:spPr/>
      <dgm:t>
        <a:bodyPr/>
        <a:lstStyle/>
        <a:p>
          <a:r>
            <a:rPr lang="de-DE" sz="2800" dirty="0" err="1"/>
            <a:t>NLog</a:t>
          </a:r>
          <a:endParaRPr lang="de-DE" sz="2800" dirty="0"/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8ADC176A-56A2-4FAA-80FD-A8120EDB89F2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de-DE" sz="1800" dirty="0"/>
            <a:t>Release: 2006</a:t>
          </a:r>
        </a:p>
      </dgm:t>
    </dgm:pt>
    <dgm:pt modelId="{21C95C28-615D-48FE-B29B-6E19E34484F4}" type="parTrans" cxnId="{754AE196-C9B6-4636-BADB-634B5121D26A}">
      <dgm:prSet/>
      <dgm:spPr/>
      <dgm:t>
        <a:bodyPr/>
        <a:lstStyle/>
        <a:p>
          <a:endParaRPr lang="de-DE"/>
        </a:p>
      </dgm:t>
    </dgm:pt>
    <dgm:pt modelId="{A34D9848-4735-4378-84C6-9DC7ACCA0CEB}" type="sibTrans" cxnId="{754AE196-C9B6-4636-BADB-634B5121D26A}">
      <dgm:prSet/>
      <dgm:spPr/>
      <dgm:t>
        <a:bodyPr/>
        <a:lstStyle/>
        <a:p>
          <a:endParaRPr lang="de-DE"/>
        </a:p>
      </dgm:t>
    </dgm:pt>
    <dgm:pt modelId="{C286CACD-1546-47F7-AB7D-E841E3C59848}">
      <dgm:prSet phldrT="[Text]" custT="1"/>
      <dgm:spPr/>
      <dgm:t>
        <a:bodyPr/>
        <a:lstStyle/>
        <a:p>
          <a:r>
            <a:rPr lang="de-DE" sz="2800" dirty="0" err="1"/>
            <a:t>Serilog</a:t>
          </a:r>
          <a:endParaRPr lang="de-DE" sz="2800" dirty="0"/>
        </a:p>
      </dgm:t>
    </dgm:pt>
    <dgm:pt modelId="{97A1D1BE-6271-4773-B64C-3D6526B1E445}" type="parTrans" cxnId="{85DC40B3-5DF8-4F16-9499-8840789FCB73}">
      <dgm:prSet/>
      <dgm:spPr/>
      <dgm:t>
        <a:bodyPr/>
        <a:lstStyle/>
        <a:p>
          <a:endParaRPr lang="de-DE"/>
        </a:p>
      </dgm:t>
    </dgm:pt>
    <dgm:pt modelId="{F611B3E2-F378-417E-8694-8CB671860D35}" type="sibTrans" cxnId="{85DC40B3-5DF8-4F16-9499-8840789FCB73}">
      <dgm:prSet/>
      <dgm:spPr/>
      <dgm:t>
        <a:bodyPr/>
        <a:lstStyle/>
        <a:p>
          <a:endParaRPr lang="de-DE"/>
        </a:p>
      </dgm:t>
    </dgm:pt>
    <dgm:pt modelId="{F9C8A559-B660-4A69-AFBE-7CC5722CEFC0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de-DE" sz="1800" dirty="0"/>
            <a:t>Performance</a:t>
          </a:r>
        </a:p>
      </dgm:t>
    </dgm:pt>
    <dgm:pt modelId="{D7038B2A-3DE5-4356-A36F-CD51F2011D27}" type="parTrans" cxnId="{7F0B536C-597D-4DD3-83E0-7CC79D7C5C71}">
      <dgm:prSet/>
      <dgm:spPr/>
      <dgm:t>
        <a:bodyPr/>
        <a:lstStyle/>
        <a:p>
          <a:endParaRPr lang="de-DE"/>
        </a:p>
      </dgm:t>
    </dgm:pt>
    <dgm:pt modelId="{C462466F-A536-4A65-B25D-3099DF177A8B}" type="sibTrans" cxnId="{7F0B536C-597D-4DD3-83E0-7CC79D7C5C71}">
      <dgm:prSet/>
      <dgm:spPr/>
      <dgm:t>
        <a:bodyPr/>
        <a:lstStyle/>
        <a:p>
          <a:endParaRPr lang="de-DE"/>
        </a:p>
      </dgm:t>
    </dgm:pt>
    <dgm:pt modelId="{4094C7A1-C35E-446B-9BB0-8820E979625B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de-DE" sz="1800" dirty="0"/>
            <a:t>Simple Konfiguration</a:t>
          </a:r>
        </a:p>
      </dgm:t>
    </dgm:pt>
    <dgm:pt modelId="{616690E4-74AA-41A9-9599-15AC333F8D5D}" type="parTrans" cxnId="{A4B5E28F-AEA2-4F82-BF55-3842D2768573}">
      <dgm:prSet/>
      <dgm:spPr/>
      <dgm:t>
        <a:bodyPr/>
        <a:lstStyle/>
        <a:p>
          <a:endParaRPr lang="de-DE"/>
        </a:p>
      </dgm:t>
    </dgm:pt>
    <dgm:pt modelId="{A94992E3-8414-415A-8CC0-647F30161C1E}" type="sibTrans" cxnId="{A4B5E28F-AEA2-4F82-BF55-3842D2768573}">
      <dgm:prSet/>
      <dgm:spPr/>
      <dgm:t>
        <a:bodyPr/>
        <a:lstStyle/>
        <a:p>
          <a:endParaRPr lang="de-DE"/>
        </a:p>
      </dgm:t>
    </dgm:pt>
    <dgm:pt modelId="{2888D620-98F8-4EC0-A7B9-06A47232CE7F}">
      <dgm:prSet phldrT="[Text]" custT="1"/>
      <dgm:spPr/>
      <dgm:t>
        <a:bodyPr/>
        <a:lstStyle/>
        <a:p>
          <a:pPr>
            <a:spcAft>
              <a:spcPts val="1200"/>
            </a:spcAft>
          </a:pPr>
          <a:r>
            <a:rPr lang="de-DE" sz="1800" dirty="0"/>
            <a:t>On-</a:t>
          </a:r>
          <a:r>
            <a:rPr lang="de-DE" sz="1800" dirty="0" err="1"/>
            <a:t>the</a:t>
          </a:r>
          <a:r>
            <a:rPr lang="de-DE" sz="1800" dirty="0"/>
            <a:t>-</a:t>
          </a:r>
          <a:r>
            <a:rPr lang="de-DE" sz="1800" dirty="0" err="1"/>
            <a:t>fly</a:t>
          </a:r>
          <a:r>
            <a:rPr lang="de-DE" sz="1800" dirty="0"/>
            <a:t> Konfiguration</a:t>
          </a:r>
        </a:p>
      </dgm:t>
    </dgm:pt>
    <dgm:pt modelId="{5DE031C3-649A-4D0B-B386-6793363142A1}" type="parTrans" cxnId="{449B55F8-7981-4C40-A8B8-63FBF34803BF}">
      <dgm:prSet/>
      <dgm:spPr/>
      <dgm:t>
        <a:bodyPr/>
        <a:lstStyle/>
        <a:p>
          <a:endParaRPr lang="de-DE"/>
        </a:p>
      </dgm:t>
    </dgm:pt>
    <dgm:pt modelId="{00217294-6319-4F0C-B34B-B43B70A7F2C1}" type="sibTrans" cxnId="{449B55F8-7981-4C40-A8B8-63FBF34803BF}">
      <dgm:prSet/>
      <dgm:spPr/>
      <dgm:t>
        <a:bodyPr/>
        <a:lstStyle/>
        <a:p>
          <a:endParaRPr lang="de-DE"/>
        </a:p>
      </dgm:t>
    </dgm:pt>
    <dgm:pt modelId="{E99C7299-3288-4CAB-AA83-0605D03B65D4}">
      <dgm:prSet phldrT="[Text]" custT="1"/>
      <dgm:spPr/>
      <dgm:t>
        <a:bodyPr/>
        <a:lstStyle/>
        <a:p>
          <a:pPr>
            <a:spcAft>
              <a:spcPts val="1800"/>
            </a:spcAft>
          </a:pPr>
          <a:r>
            <a:rPr lang="de-DE" sz="1800" dirty="0"/>
            <a:t>Release: 2013</a:t>
          </a:r>
        </a:p>
      </dgm:t>
    </dgm:pt>
    <dgm:pt modelId="{A9E7498D-9FC9-41B7-894E-74AC99B8BECD}" type="parTrans" cxnId="{39CA0494-E533-4A39-9715-7E5905AC8839}">
      <dgm:prSet/>
      <dgm:spPr/>
      <dgm:t>
        <a:bodyPr/>
        <a:lstStyle/>
        <a:p>
          <a:endParaRPr lang="de-DE"/>
        </a:p>
      </dgm:t>
    </dgm:pt>
    <dgm:pt modelId="{062F4F92-8DFE-4B80-92B5-8AE3061ADCFF}" type="sibTrans" cxnId="{39CA0494-E533-4A39-9715-7E5905AC8839}">
      <dgm:prSet/>
      <dgm:spPr/>
      <dgm:t>
        <a:bodyPr/>
        <a:lstStyle/>
        <a:p>
          <a:endParaRPr lang="de-DE"/>
        </a:p>
      </dgm:t>
    </dgm:pt>
    <dgm:pt modelId="{B679CF90-C888-4214-8C9C-5AD065CB5C89}">
      <dgm:prSet phldrT="[Text]" custT="1"/>
      <dgm:spPr/>
      <dgm:t>
        <a:bodyPr/>
        <a:lstStyle/>
        <a:p>
          <a:pPr>
            <a:spcAft>
              <a:spcPts val="1800"/>
            </a:spcAft>
          </a:pPr>
          <a:r>
            <a:rPr lang="de-DE" sz="1800" dirty="0"/>
            <a:t>Für strukturiertes Logging entworfen</a:t>
          </a:r>
        </a:p>
      </dgm:t>
    </dgm:pt>
    <dgm:pt modelId="{D39F4393-B2F5-43DB-844A-54C5F297337D}" type="parTrans" cxnId="{9FEFA5D8-8E42-4DE8-8386-453306352A32}">
      <dgm:prSet/>
      <dgm:spPr/>
      <dgm:t>
        <a:bodyPr/>
        <a:lstStyle/>
        <a:p>
          <a:endParaRPr lang="de-DE"/>
        </a:p>
      </dgm:t>
    </dgm:pt>
    <dgm:pt modelId="{2E54E21C-3E78-470F-A022-D679849B3033}" type="sibTrans" cxnId="{9FEFA5D8-8E42-4DE8-8386-453306352A32}">
      <dgm:prSet/>
      <dgm:spPr/>
      <dgm:t>
        <a:bodyPr/>
        <a:lstStyle/>
        <a:p>
          <a:endParaRPr lang="de-DE"/>
        </a:p>
      </dgm:t>
    </dgm:pt>
    <dgm:pt modelId="{1E6DFE59-0A98-41A6-B7AE-CB8E6EC5DE8E}">
      <dgm:prSet phldrT="[Text]" custT="1"/>
      <dgm:spPr/>
      <dgm:t>
        <a:bodyPr/>
        <a:lstStyle/>
        <a:p>
          <a:pPr>
            <a:spcAft>
              <a:spcPts val="1800"/>
            </a:spcAft>
          </a:pPr>
          <a:r>
            <a:rPr lang="de-DE" sz="1800" dirty="0"/>
            <a:t>Performance</a:t>
          </a:r>
        </a:p>
      </dgm:t>
    </dgm:pt>
    <dgm:pt modelId="{FA3BAE03-43AA-4CC1-B954-C6659FD7FE36}" type="parTrans" cxnId="{769AA8AD-1026-42DF-B818-B32CB673E9DF}">
      <dgm:prSet/>
      <dgm:spPr/>
      <dgm:t>
        <a:bodyPr/>
        <a:lstStyle/>
        <a:p>
          <a:endParaRPr lang="de-DE"/>
        </a:p>
      </dgm:t>
    </dgm:pt>
    <dgm:pt modelId="{605C74AB-E9D2-4861-A290-A36CAC6FDBC6}" type="sibTrans" cxnId="{769AA8AD-1026-42DF-B818-B32CB673E9DF}">
      <dgm:prSet/>
      <dgm:spPr/>
      <dgm:t>
        <a:bodyPr/>
        <a:lstStyle/>
        <a:p>
          <a:endParaRPr lang="de-DE"/>
        </a:p>
      </dgm:t>
    </dgm:pt>
    <dgm:pt modelId="{F2143AF1-217B-4F11-BB84-810DB037E2C3}">
      <dgm:prSet phldrT="[Text]" custT="1"/>
      <dgm:spPr/>
      <dgm:t>
        <a:bodyPr/>
        <a:lstStyle/>
        <a:p>
          <a:r>
            <a:rPr lang="de-DE" sz="2800" dirty="0"/>
            <a:t>Log4Net</a:t>
          </a:r>
        </a:p>
      </dgm:t>
    </dgm:pt>
    <dgm:pt modelId="{32767569-4918-45B5-BF37-C0C15CCD73D4}" type="parTrans" cxnId="{D75E375F-1548-4D4A-BB7F-F1EA395CBEF3}">
      <dgm:prSet/>
      <dgm:spPr/>
      <dgm:t>
        <a:bodyPr/>
        <a:lstStyle/>
        <a:p>
          <a:endParaRPr lang="de-DE"/>
        </a:p>
      </dgm:t>
    </dgm:pt>
    <dgm:pt modelId="{77E6ADA6-73D0-46C0-89AE-C33ADD30AE88}" type="sibTrans" cxnId="{D75E375F-1548-4D4A-BB7F-F1EA395CBEF3}">
      <dgm:prSet/>
      <dgm:spPr/>
      <dgm:t>
        <a:bodyPr/>
        <a:lstStyle/>
        <a:p>
          <a:endParaRPr lang="de-DE"/>
        </a:p>
      </dgm:t>
    </dgm:pt>
    <dgm:pt modelId="{913F74CD-8A4A-475A-B7A7-97E6BEA667E3}">
      <dgm:prSet phldrT="[Text]" custT="1"/>
      <dgm:spPr/>
      <dgm:t>
        <a:bodyPr/>
        <a:lstStyle/>
        <a:p>
          <a:pPr>
            <a:spcAft>
              <a:spcPts val="1800"/>
            </a:spcAft>
          </a:pPr>
          <a:r>
            <a:rPr lang="de-DE" sz="1800" dirty="0"/>
            <a:t>Release: 2001</a:t>
          </a:r>
        </a:p>
      </dgm:t>
    </dgm:pt>
    <dgm:pt modelId="{ED5F3B96-D3D9-402A-BB5A-080D548D5412}" type="parTrans" cxnId="{AE19D7C7-66A6-4C97-8779-E021B72C8C89}">
      <dgm:prSet/>
      <dgm:spPr/>
      <dgm:t>
        <a:bodyPr/>
        <a:lstStyle/>
        <a:p>
          <a:endParaRPr lang="de-DE"/>
        </a:p>
      </dgm:t>
    </dgm:pt>
    <dgm:pt modelId="{D315E9C1-3A56-4F45-B166-26DC5220D737}" type="sibTrans" cxnId="{AE19D7C7-66A6-4C97-8779-E021B72C8C89}">
      <dgm:prSet/>
      <dgm:spPr/>
      <dgm:t>
        <a:bodyPr/>
        <a:lstStyle/>
        <a:p>
          <a:endParaRPr lang="de-DE"/>
        </a:p>
      </dgm:t>
    </dgm:pt>
    <dgm:pt modelId="{E9EC4C80-E695-404D-B12F-4647A704386F}">
      <dgm:prSet phldrT="[Text]" custT="1"/>
      <dgm:spPr/>
      <dgm:t>
        <a:bodyPr/>
        <a:lstStyle/>
        <a:p>
          <a:pPr>
            <a:spcAft>
              <a:spcPts val="1800"/>
            </a:spcAft>
          </a:pPr>
          <a:r>
            <a:rPr lang="de-DE" sz="1800" dirty="0"/>
            <a:t>Portierung von Log4J</a:t>
          </a:r>
        </a:p>
      </dgm:t>
    </dgm:pt>
    <dgm:pt modelId="{DC14034A-E4FE-484F-ACAB-72ECE83A79B6}" type="parTrans" cxnId="{78BD3223-40ED-44C5-9101-DDB076ACD196}">
      <dgm:prSet/>
      <dgm:spPr/>
      <dgm:t>
        <a:bodyPr/>
        <a:lstStyle/>
        <a:p>
          <a:endParaRPr lang="de-DE"/>
        </a:p>
      </dgm:t>
    </dgm:pt>
    <dgm:pt modelId="{8C139505-9677-417F-B33E-7FD3CEEABC48}" type="sibTrans" cxnId="{78BD3223-40ED-44C5-9101-DDB076ACD196}">
      <dgm:prSet/>
      <dgm:spPr/>
      <dgm:t>
        <a:bodyPr/>
        <a:lstStyle/>
        <a:p>
          <a:endParaRPr lang="de-DE"/>
        </a:p>
      </dgm:t>
    </dgm:pt>
    <dgm:pt modelId="{5AE0CE14-FCC1-4A99-A7F9-D1E43370E432}">
      <dgm:prSet phldrT="[Text]" custT="1"/>
      <dgm:spPr/>
      <dgm:t>
        <a:bodyPr/>
        <a:lstStyle/>
        <a:p>
          <a:pPr>
            <a:spcAft>
              <a:spcPts val="1800"/>
            </a:spcAft>
          </a:pPr>
          <a:r>
            <a:rPr lang="de-DE" sz="1800" dirty="0"/>
            <a:t>Wartung eingestellt </a:t>
          </a:r>
        </a:p>
      </dgm:t>
    </dgm:pt>
    <dgm:pt modelId="{70F6B319-BDE2-419E-A2AB-3A2E130223E5}" type="parTrans" cxnId="{ED424183-C67E-4ED9-B193-AB3BA412250A}">
      <dgm:prSet/>
      <dgm:spPr/>
      <dgm:t>
        <a:bodyPr/>
        <a:lstStyle/>
        <a:p>
          <a:endParaRPr lang="de-DE"/>
        </a:p>
      </dgm:t>
    </dgm:pt>
    <dgm:pt modelId="{F05CFDC0-1108-4CA5-B883-26F35514EBAB}" type="sibTrans" cxnId="{ED424183-C67E-4ED9-B193-AB3BA412250A}">
      <dgm:prSet/>
      <dgm:spPr/>
      <dgm:t>
        <a:bodyPr/>
        <a:lstStyle/>
        <a:p>
          <a:endParaRPr lang="de-DE"/>
        </a:p>
      </dgm:t>
    </dgm:pt>
    <dgm:pt modelId="{A6D36C69-C9A0-42C8-AA49-923CFFEA0005}" type="pres">
      <dgm:prSet presAssocID="{F95EEEA6-80DC-4C2F-A2FC-D1A31FCB322E}" presName="Name0" presStyleCnt="0">
        <dgm:presLayoutVars>
          <dgm:dir/>
          <dgm:animLvl val="lvl"/>
          <dgm:resizeHandles val="exact"/>
        </dgm:presLayoutVars>
      </dgm:prSet>
      <dgm:spPr/>
    </dgm:pt>
    <dgm:pt modelId="{25226B51-009C-4CDF-9C2D-9C73DED9AD0C}" type="pres">
      <dgm:prSet presAssocID="{F2143AF1-217B-4F11-BB84-810DB037E2C3}" presName="composite" presStyleCnt="0"/>
      <dgm:spPr/>
    </dgm:pt>
    <dgm:pt modelId="{61F1DA6C-EB04-45B4-952C-65CF39E3BA6E}" type="pres">
      <dgm:prSet presAssocID="{F2143AF1-217B-4F11-BB84-810DB037E2C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D25C130-99D4-4948-A0B0-CEDBFFCC47FC}" type="pres">
      <dgm:prSet presAssocID="{F2143AF1-217B-4F11-BB84-810DB037E2C3}" presName="desTx" presStyleLbl="alignAccFollowNode1" presStyleIdx="0" presStyleCnt="3">
        <dgm:presLayoutVars>
          <dgm:bulletEnabled val="1"/>
        </dgm:presLayoutVars>
      </dgm:prSet>
      <dgm:spPr/>
    </dgm:pt>
    <dgm:pt modelId="{92EF65EC-B83B-4DFE-825C-1CC6BDA11EAB}" type="pres">
      <dgm:prSet presAssocID="{77E6ADA6-73D0-46C0-89AE-C33ADD30AE88}" presName="space" presStyleCnt="0"/>
      <dgm:spPr/>
    </dgm:pt>
    <dgm:pt modelId="{A2846D9A-44E9-432D-A2EC-7C02625934CE}" type="pres">
      <dgm:prSet presAssocID="{B6E43522-BE96-4F69-BBAD-FC911A035191}" presName="composite" presStyleCnt="0"/>
      <dgm:spPr/>
    </dgm:pt>
    <dgm:pt modelId="{50CFA3EA-911F-44C1-9695-56611AFEFF07}" type="pres">
      <dgm:prSet presAssocID="{B6E43522-BE96-4F69-BBAD-FC911A03519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8F2E425-944C-4B18-B110-32600375DBB4}" type="pres">
      <dgm:prSet presAssocID="{B6E43522-BE96-4F69-BBAD-FC911A035191}" presName="desTx" presStyleLbl="alignAccFollowNode1" presStyleIdx="1" presStyleCnt="3">
        <dgm:presLayoutVars>
          <dgm:bulletEnabled val="1"/>
        </dgm:presLayoutVars>
      </dgm:prSet>
      <dgm:spPr/>
    </dgm:pt>
    <dgm:pt modelId="{2B5ACAC8-938E-454D-B680-365D6EB1535C}" type="pres">
      <dgm:prSet presAssocID="{328B7052-87F7-4920-A2B5-7F2998AB44C4}" presName="space" presStyleCnt="0"/>
      <dgm:spPr/>
    </dgm:pt>
    <dgm:pt modelId="{D894513E-BDE3-42AC-9338-39F2E98D5B14}" type="pres">
      <dgm:prSet presAssocID="{C286CACD-1546-47F7-AB7D-E841E3C59848}" presName="composite" presStyleCnt="0"/>
      <dgm:spPr/>
    </dgm:pt>
    <dgm:pt modelId="{4E754C34-1B35-447E-99C7-CA63CA1EC36C}" type="pres">
      <dgm:prSet presAssocID="{C286CACD-1546-47F7-AB7D-E841E3C5984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012C987-C09D-45C7-9A4E-41CC62A4A5C1}" type="pres">
      <dgm:prSet presAssocID="{C286CACD-1546-47F7-AB7D-E841E3C5984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F70D619-D4BD-4AD9-BB94-D85856161769}" srcId="{F95EEEA6-80DC-4C2F-A2FC-D1A31FCB322E}" destId="{B6E43522-BE96-4F69-BBAD-FC911A035191}" srcOrd="1" destOrd="0" parTransId="{87FA34B1-728C-4FE2-B543-5B57439D1063}" sibTransId="{328B7052-87F7-4920-A2B5-7F2998AB44C4}"/>
    <dgm:cxn modelId="{78BD3223-40ED-44C5-9101-DDB076ACD196}" srcId="{F2143AF1-217B-4F11-BB84-810DB037E2C3}" destId="{E9EC4C80-E695-404D-B12F-4647A704386F}" srcOrd="1" destOrd="0" parTransId="{DC14034A-E4FE-484F-ACAB-72ECE83A79B6}" sibTransId="{8C139505-9677-417F-B33E-7FD3CEEABC48}"/>
    <dgm:cxn modelId="{2719EB2B-68B6-485A-ADDA-EA1FADE16CEC}" type="presOf" srcId="{B6E43522-BE96-4F69-BBAD-FC911A035191}" destId="{50CFA3EA-911F-44C1-9695-56611AFEFF07}" srcOrd="0" destOrd="0" presId="urn:microsoft.com/office/officeart/2005/8/layout/hList1"/>
    <dgm:cxn modelId="{D75E375F-1548-4D4A-BB7F-F1EA395CBEF3}" srcId="{F95EEEA6-80DC-4C2F-A2FC-D1A31FCB322E}" destId="{F2143AF1-217B-4F11-BB84-810DB037E2C3}" srcOrd="0" destOrd="0" parTransId="{32767569-4918-45B5-BF37-C0C15CCD73D4}" sibTransId="{77E6ADA6-73D0-46C0-89AE-C33ADD30AE88}"/>
    <dgm:cxn modelId="{C5BD4E60-4833-4F76-8597-99A3BA862911}" type="presOf" srcId="{B679CF90-C888-4214-8C9C-5AD065CB5C89}" destId="{A012C987-C09D-45C7-9A4E-41CC62A4A5C1}" srcOrd="0" destOrd="1" presId="urn:microsoft.com/office/officeart/2005/8/layout/hList1"/>
    <dgm:cxn modelId="{AD449A4B-6BC4-4B80-8CDC-75F2FF8AAD43}" type="presOf" srcId="{E99C7299-3288-4CAB-AA83-0605D03B65D4}" destId="{A012C987-C09D-45C7-9A4E-41CC62A4A5C1}" srcOrd="0" destOrd="0" presId="urn:microsoft.com/office/officeart/2005/8/layout/hList1"/>
    <dgm:cxn modelId="{6DA02D6C-F998-42E2-86B7-B3E50BB73773}" type="presOf" srcId="{2888D620-98F8-4EC0-A7B9-06A47232CE7F}" destId="{88F2E425-944C-4B18-B110-32600375DBB4}" srcOrd="0" destOrd="3" presId="urn:microsoft.com/office/officeart/2005/8/layout/hList1"/>
    <dgm:cxn modelId="{7F0B536C-597D-4DD3-83E0-7CC79D7C5C71}" srcId="{B6E43522-BE96-4F69-BBAD-FC911A035191}" destId="{F9C8A559-B660-4A69-AFBE-7CC5722CEFC0}" srcOrd="1" destOrd="0" parTransId="{D7038B2A-3DE5-4356-A36F-CD51F2011D27}" sibTransId="{C462466F-A536-4A65-B25D-3099DF177A8B}"/>
    <dgm:cxn modelId="{08E4166F-900D-4C6A-8FFB-1136E97830DD}" type="presOf" srcId="{C286CACD-1546-47F7-AB7D-E841E3C59848}" destId="{4E754C34-1B35-447E-99C7-CA63CA1EC36C}" srcOrd="0" destOrd="0" presId="urn:microsoft.com/office/officeart/2005/8/layout/hList1"/>
    <dgm:cxn modelId="{723F7B74-D6FB-41A4-9972-BE89D4B60EA6}" type="presOf" srcId="{F95EEEA6-80DC-4C2F-A2FC-D1A31FCB322E}" destId="{A6D36C69-C9A0-42C8-AA49-923CFFEA0005}" srcOrd="0" destOrd="0" presId="urn:microsoft.com/office/officeart/2005/8/layout/hList1"/>
    <dgm:cxn modelId="{4D0BE77D-930A-4BF5-BB81-682723BC0ED4}" type="presOf" srcId="{1E6DFE59-0A98-41A6-B7AE-CB8E6EC5DE8E}" destId="{A012C987-C09D-45C7-9A4E-41CC62A4A5C1}" srcOrd="0" destOrd="2" presId="urn:microsoft.com/office/officeart/2005/8/layout/hList1"/>
    <dgm:cxn modelId="{ED424183-C67E-4ED9-B193-AB3BA412250A}" srcId="{F2143AF1-217B-4F11-BB84-810DB037E2C3}" destId="{5AE0CE14-FCC1-4A99-A7F9-D1E43370E432}" srcOrd="2" destOrd="0" parTransId="{70F6B319-BDE2-419E-A2AB-3A2E130223E5}" sibTransId="{F05CFDC0-1108-4CA5-B883-26F35514EBAB}"/>
    <dgm:cxn modelId="{A4B5E28F-AEA2-4F82-BF55-3842D2768573}" srcId="{B6E43522-BE96-4F69-BBAD-FC911A035191}" destId="{4094C7A1-C35E-446B-9BB0-8820E979625B}" srcOrd="2" destOrd="0" parTransId="{616690E4-74AA-41A9-9599-15AC333F8D5D}" sibTransId="{A94992E3-8414-415A-8CC0-647F30161C1E}"/>
    <dgm:cxn modelId="{39CA0494-E533-4A39-9715-7E5905AC8839}" srcId="{C286CACD-1546-47F7-AB7D-E841E3C59848}" destId="{E99C7299-3288-4CAB-AA83-0605D03B65D4}" srcOrd="0" destOrd="0" parTransId="{A9E7498D-9FC9-41B7-894E-74AC99B8BECD}" sibTransId="{062F4F92-8DFE-4B80-92B5-8AE3061ADCFF}"/>
    <dgm:cxn modelId="{754AE196-C9B6-4636-BADB-634B5121D26A}" srcId="{B6E43522-BE96-4F69-BBAD-FC911A035191}" destId="{8ADC176A-56A2-4FAA-80FD-A8120EDB89F2}" srcOrd="0" destOrd="0" parTransId="{21C95C28-615D-48FE-B29B-6E19E34484F4}" sibTransId="{A34D9848-4735-4378-84C6-9DC7ACCA0CEB}"/>
    <dgm:cxn modelId="{9BC343AD-87C9-48A4-99E6-5B553DF200BF}" type="presOf" srcId="{913F74CD-8A4A-475A-B7A7-97E6BEA667E3}" destId="{CD25C130-99D4-4948-A0B0-CEDBFFCC47FC}" srcOrd="0" destOrd="0" presId="urn:microsoft.com/office/officeart/2005/8/layout/hList1"/>
    <dgm:cxn modelId="{1AF448AD-F196-426C-87E3-BC07A16620EB}" type="presOf" srcId="{F2143AF1-217B-4F11-BB84-810DB037E2C3}" destId="{61F1DA6C-EB04-45B4-952C-65CF39E3BA6E}" srcOrd="0" destOrd="0" presId="urn:microsoft.com/office/officeart/2005/8/layout/hList1"/>
    <dgm:cxn modelId="{769AA8AD-1026-42DF-B818-B32CB673E9DF}" srcId="{C286CACD-1546-47F7-AB7D-E841E3C59848}" destId="{1E6DFE59-0A98-41A6-B7AE-CB8E6EC5DE8E}" srcOrd="2" destOrd="0" parTransId="{FA3BAE03-43AA-4CC1-B954-C6659FD7FE36}" sibTransId="{605C74AB-E9D2-4861-A290-A36CAC6FDBC6}"/>
    <dgm:cxn modelId="{9B7B31AE-29DD-4968-BD6C-2ED3F34DF095}" type="presOf" srcId="{F9C8A559-B660-4A69-AFBE-7CC5722CEFC0}" destId="{88F2E425-944C-4B18-B110-32600375DBB4}" srcOrd="0" destOrd="1" presId="urn:microsoft.com/office/officeart/2005/8/layout/hList1"/>
    <dgm:cxn modelId="{85DC40B3-5DF8-4F16-9499-8840789FCB73}" srcId="{F95EEEA6-80DC-4C2F-A2FC-D1A31FCB322E}" destId="{C286CACD-1546-47F7-AB7D-E841E3C59848}" srcOrd="2" destOrd="0" parTransId="{97A1D1BE-6271-4773-B64C-3D6526B1E445}" sibTransId="{F611B3E2-F378-417E-8694-8CB671860D35}"/>
    <dgm:cxn modelId="{803478B3-2D0D-49C5-BE0E-723E96B2D8FD}" type="presOf" srcId="{E9EC4C80-E695-404D-B12F-4647A704386F}" destId="{CD25C130-99D4-4948-A0B0-CEDBFFCC47FC}" srcOrd="0" destOrd="1" presId="urn:microsoft.com/office/officeart/2005/8/layout/hList1"/>
    <dgm:cxn modelId="{AE19D7C7-66A6-4C97-8779-E021B72C8C89}" srcId="{F2143AF1-217B-4F11-BB84-810DB037E2C3}" destId="{913F74CD-8A4A-475A-B7A7-97E6BEA667E3}" srcOrd="0" destOrd="0" parTransId="{ED5F3B96-D3D9-402A-BB5A-080D548D5412}" sibTransId="{D315E9C1-3A56-4F45-B166-26DC5220D737}"/>
    <dgm:cxn modelId="{9FEFA5D8-8E42-4DE8-8386-453306352A32}" srcId="{C286CACD-1546-47F7-AB7D-E841E3C59848}" destId="{B679CF90-C888-4214-8C9C-5AD065CB5C89}" srcOrd="1" destOrd="0" parTransId="{D39F4393-B2F5-43DB-844A-54C5F297337D}" sibTransId="{2E54E21C-3E78-470F-A022-D679849B3033}"/>
    <dgm:cxn modelId="{FE7DB0EE-2198-486F-BA67-6D24D37AF7AC}" type="presOf" srcId="{4094C7A1-C35E-446B-9BB0-8820E979625B}" destId="{88F2E425-944C-4B18-B110-32600375DBB4}" srcOrd="0" destOrd="2" presId="urn:microsoft.com/office/officeart/2005/8/layout/hList1"/>
    <dgm:cxn modelId="{2BD935F3-4024-4AD4-A03A-2106D2E22A38}" type="presOf" srcId="{8ADC176A-56A2-4FAA-80FD-A8120EDB89F2}" destId="{88F2E425-944C-4B18-B110-32600375DBB4}" srcOrd="0" destOrd="0" presId="urn:microsoft.com/office/officeart/2005/8/layout/hList1"/>
    <dgm:cxn modelId="{449B55F8-7981-4C40-A8B8-63FBF34803BF}" srcId="{B6E43522-BE96-4F69-BBAD-FC911A035191}" destId="{2888D620-98F8-4EC0-A7B9-06A47232CE7F}" srcOrd="3" destOrd="0" parTransId="{5DE031C3-649A-4D0B-B386-6793363142A1}" sibTransId="{00217294-6319-4F0C-B34B-B43B70A7F2C1}"/>
    <dgm:cxn modelId="{B18170FA-4956-4437-AC83-E9FBB7483545}" type="presOf" srcId="{5AE0CE14-FCC1-4A99-A7F9-D1E43370E432}" destId="{CD25C130-99D4-4948-A0B0-CEDBFFCC47FC}" srcOrd="0" destOrd="2" presId="urn:microsoft.com/office/officeart/2005/8/layout/hList1"/>
    <dgm:cxn modelId="{EACC8B7B-98C3-4A24-ABD0-5733386DB964}" type="presParOf" srcId="{A6D36C69-C9A0-42C8-AA49-923CFFEA0005}" destId="{25226B51-009C-4CDF-9C2D-9C73DED9AD0C}" srcOrd="0" destOrd="0" presId="urn:microsoft.com/office/officeart/2005/8/layout/hList1"/>
    <dgm:cxn modelId="{51BE544A-DAC6-41C9-A16F-25CA4817F361}" type="presParOf" srcId="{25226B51-009C-4CDF-9C2D-9C73DED9AD0C}" destId="{61F1DA6C-EB04-45B4-952C-65CF39E3BA6E}" srcOrd="0" destOrd="0" presId="urn:microsoft.com/office/officeart/2005/8/layout/hList1"/>
    <dgm:cxn modelId="{125C96D1-E8D0-445A-89C9-838D72699E1E}" type="presParOf" srcId="{25226B51-009C-4CDF-9C2D-9C73DED9AD0C}" destId="{CD25C130-99D4-4948-A0B0-CEDBFFCC47FC}" srcOrd="1" destOrd="0" presId="urn:microsoft.com/office/officeart/2005/8/layout/hList1"/>
    <dgm:cxn modelId="{7C84E22B-C1E7-4D03-912D-D0ADFCCA6F01}" type="presParOf" srcId="{A6D36C69-C9A0-42C8-AA49-923CFFEA0005}" destId="{92EF65EC-B83B-4DFE-825C-1CC6BDA11EAB}" srcOrd="1" destOrd="0" presId="urn:microsoft.com/office/officeart/2005/8/layout/hList1"/>
    <dgm:cxn modelId="{0D6CEFA4-1ECA-4509-AC1F-D0E126439B22}" type="presParOf" srcId="{A6D36C69-C9A0-42C8-AA49-923CFFEA0005}" destId="{A2846D9A-44E9-432D-A2EC-7C02625934CE}" srcOrd="2" destOrd="0" presId="urn:microsoft.com/office/officeart/2005/8/layout/hList1"/>
    <dgm:cxn modelId="{CEFD9557-C66A-4581-8EA6-74D0E02E1E78}" type="presParOf" srcId="{A2846D9A-44E9-432D-A2EC-7C02625934CE}" destId="{50CFA3EA-911F-44C1-9695-56611AFEFF07}" srcOrd="0" destOrd="0" presId="urn:microsoft.com/office/officeart/2005/8/layout/hList1"/>
    <dgm:cxn modelId="{2B91DBDC-B995-4566-9836-9373D3B470CD}" type="presParOf" srcId="{A2846D9A-44E9-432D-A2EC-7C02625934CE}" destId="{88F2E425-944C-4B18-B110-32600375DBB4}" srcOrd="1" destOrd="0" presId="urn:microsoft.com/office/officeart/2005/8/layout/hList1"/>
    <dgm:cxn modelId="{B05BA300-B80C-49DD-9E35-5DDFC9B46C60}" type="presParOf" srcId="{A6D36C69-C9A0-42C8-AA49-923CFFEA0005}" destId="{2B5ACAC8-938E-454D-B680-365D6EB1535C}" srcOrd="3" destOrd="0" presId="urn:microsoft.com/office/officeart/2005/8/layout/hList1"/>
    <dgm:cxn modelId="{E3DA4982-16DA-4E0A-8F8E-F1C611B42B59}" type="presParOf" srcId="{A6D36C69-C9A0-42C8-AA49-923CFFEA0005}" destId="{D894513E-BDE3-42AC-9338-39F2E98D5B14}" srcOrd="4" destOrd="0" presId="urn:microsoft.com/office/officeart/2005/8/layout/hList1"/>
    <dgm:cxn modelId="{9E22F358-FF94-4CE2-AF0F-8C2EB6FBC5B0}" type="presParOf" srcId="{D894513E-BDE3-42AC-9338-39F2E98D5B14}" destId="{4E754C34-1B35-447E-99C7-CA63CA1EC36C}" srcOrd="0" destOrd="0" presId="urn:microsoft.com/office/officeart/2005/8/layout/hList1"/>
    <dgm:cxn modelId="{13522312-A452-4449-B5E2-BF0B388B6BC5}" type="presParOf" srcId="{D894513E-BDE3-42AC-9338-39F2E98D5B14}" destId="{A012C987-C09D-45C7-9A4E-41CC62A4A5C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Aktuelle Stand im CFT Portale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Richtlinien für das CFT Portale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 err="1"/>
            <a:t>Logging</a:t>
          </a:r>
          <a:r>
            <a:rPr lang="de-DE" dirty="0"/>
            <a:t> Allgemein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Herausforderungen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/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>
        <a:solidFill>
          <a:srgbClr val="8E969D"/>
        </a:solidFill>
      </dgm:spPr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/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/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/>
    </dgm:pt>
  </dgm:ptLst>
  <dgm:cxnLst>
    <dgm:cxn modelId="{02513718-2B4C-4A6E-9D57-B481B57EB2B4}" type="presOf" srcId="{5996AE49-9E4D-42D5-887B-5A9C97427805}" destId="{20AC5343-B263-453E-9113-2FDE30C5DDA3}" srcOrd="0" destOrd="0" presId="urn:microsoft.com/office/officeart/2008/layout/VerticalCurvedList"/>
    <dgm:cxn modelId="{CF04FD1B-F8E9-4B8C-916F-94AEB7219079}" type="presOf" srcId="{F62B63FE-BD36-48FD-9F99-256A18A94D4C}" destId="{A24FD770-614A-41B5-A9CA-569C7386B1D0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9295A93A-4B70-4CF4-A274-0AAF558E6B34}" type="presOf" srcId="{3761138B-2241-4F22-9709-C27A0E843D65}" destId="{21AB6E52-E6FB-439F-90D2-48CFDCEA222C}" srcOrd="0" destOrd="0" presId="urn:microsoft.com/office/officeart/2008/layout/VerticalCurvedList"/>
    <dgm:cxn modelId="{DE54D141-EC7C-426F-A399-DEEA02987D26}" type="presOf" srcId="{A3914A9D-F3DE-4214-AC4F-18E69F46FB9A}" destId="{683AB623-CBA8-434C-A473-B12BC6E9C2E0}" srcOrd="0" destOrd="0" presId="urn:microsoft.com/office/officeart/2008/layout/VerticalCurvedList"/>
    <dgm:cxn modelId="{20C9E068-E625-42B7-88CF-4CA944E13563}" type="presOf" srcId="{6997EDF3-F16D-45F3-989D-7070DEC904FD}" destId="{184C3F63-B329-4564-9150-04495D528D5E}" srcOrd="0" destOrd="0" presId="urn:microsoft.com/office/officeart/2008/layout/VerticalCurvedList"/>
    <dgm:cxn modelId="{B121F16E-E5C7-446C-A0EF-C1B8F7EFD344}" type="presOf" srcId="{86B87B53-EBC9-40E5-9DA1-78E3F32D75E7}" destId="{85D374A2-4262-410F-800B-988A373C62C6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E290DEB6-B0FA-4A11-A84E-EC2555690958}" type="presOf" srcId="{B1C54EDB-27F1-4D0B-A8E2-EBCDA053C028}" destId="{F78AEB79-CB02-4F89-81BD-172C796338E9}" srcOrd="0" destOrd="0" presId="urn:microsoft.com/office/officeart/2008/layout/VerticalCurvedList"/>
    <dgm:cxn modelId="{A3B263C1-CE42-42A9-8F59-E2DB28A413CD}" type="presOf" srcId="{EA1FEA3B-3E93-4B0F-8584-A0D43A46236B}" destId="{6CB10B2F-9879-444C-B4A0-F363ABCA091A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D8E0A0EB-CBBD-4EC3-B993-2A298312CCBC}" type="presParOf" srcId="{184C3F63-B329-4564-9150-04495D528D5E}" destId="{0633A375-2783-4609-93BE-C7D03BF2A340}" srcOrd="0" destOrd="0" presId="urn:microsoft.com/office/officeart/2008/layout/VerticalCurvedList"/>
    <dgm:cxn modelId="{080DDF56-D121-4DCD-8D93-8D0238678E6F}" type="presParOf" srcId="{0633A375-2783-4609-93BE-C7D03BF2A340}" destId="{868EE911-B357-43D6-8DEE-E3411972FFCF}" srcOrd="0" destOrd="0" presId="urn:microsoft.com/office/officeart/2008/layout/VerticalCurvedList"/>
    <dgm:cxn modelId="{7F42FB80-757F-409C-9816-16E7CFE966D2}" type="presParOf" srcId="{868EE911-B357-43D6-8DEE-E3411972FFCF}" destId="{171243DC-6A53-42DA-9A24-6E56CCCC6113}" srcOrd="0" destOrd="0" presId="urn:microsoft.com/office/officeart/2008/layout/VerticalCurvedList"/>
    <dgm:cxn modelId="{1F949C95-F343-4B95-8134-7037BE60238E}" type="presParOf" srcId="{868EE911-B357-43D6-8DEE-E3411972FFCF}" destId="{21AB6E52-E6FB-439F-90D2-48CFDCEA222C}" srcOrd="1" destOrd="0" presId="urn:microsoft.com/office/officeart/2008/layout/VerticalCurvedList"/>
    <dgm:cxn modelId="{416F1BEF-B621-401F-A290-18BEE4E9704E}" type="presParOf" srcId="{868EE911-B357-43D6-8DEE-E3411972FFCF}" destId="{1AC5ED35-CCCE-4059-8032-00F52D5D52EA}" srcOrd="2" destOrd="0" presId="urn:microsoft.com/office/officeart/2008/layout/VerticalCurvedList"/>
    <dgm:cxn modelId="{A2619C55-9202-48E0-B3DA-A37DEFA930DF}" type="presParOf" srcId="{868EE911-B357-43D6-8DEE-E3411972FFCF}" destId="{1DF41974-BF5B-43AE-AAC8-3EA9A4644019}" srcOrd="3" destOrd="0" presId="urn:microsoft.com/office/officeart/2008/layout/VerticalCurvedList"/>
    <dgm:cxn modelId="{B01E7A2E-1CD2-434D-949F-28409BF74642}" type="presParOf" srcId="{0633A375-2783-4609-93BE-C7D03BF2A340}" destId="{6CB10B2F-9879-444C-B4A0-F363ABCA091A}" srcOrd="1" destOrd="0" presId="urn:microsoft.com/office/officeart/2008/layout/VerticalCurvedList"/>
    <dgm:cxn modelId="{40D2F1AF-D17E-4DEA-B636-B3D1EF8E5226}" type="presParOf" srcId="{0633A375-2783-4609-93BE-C7D03BF2A340}" destId="{D7CB13C4-E59D-4B93-AF70-475CD78A872A}" srcOrd="2" destOrd="0" presId="urn:microsoft.com/office/officeart/2008/layout/VerticalCurvedList"/>
    <dgm:cxn modelId="{9C91194B-A61F-4BEC-9201-DFCB72E03781}" type="presParOf" srcId="{D7CB13C4-E59D-4B93-AF70-475CD78A872A}" destId="{C0EBFD42-BEF6-4EE7-9E97-B792EC2750B1}" srcOrd="0" destOrd="0" presId="urn:microsoft.com/office/officeart/2008/layout/VerticalCurvedList"/>
    <dgm:cxn modelId="{B29DB867-AE30-4EB3-A8EF-F4BBA5FA640E}" type="presParOf" srcId="{0633A375-2783-4609-93BE-C7D03BF2A340}" destId="{20AC5343-B263-453E-9113-2FDE30C5DDA3}" srcOrd="3" destOrd="0" presId="urn:microsoft.com/office/officeart/2008/layout/VerticalCurvedList"/>
    <dgm:cxn modelId="{3A828F03-53FF-450D-9C13-32226CDDC577}" type="presParOf" srcId="{0633A375-2783-4609-93BE-C7D03BF2A340}" destId="{922875A5-CDDA-482F-ADD9-3E2FF10E006C}" srcOrd="4" destOrd="0" presId="urn:microsoft.com/office/officeart/2008/layout/VerticalCurvedList"/>
    <dgm:cxn modelId="{9E1AA305-5DF7-4C89-BA57-D4014D788580}" type="presParOf" srcId="{922875A5-CDDA-482F-ADD9-3E2FF10E006C}" destId="{EF89F8C3-A96D-4BF5-88D8-8F94599E533C}" srcOrd="0" destOrd="0" presId="urn:microsoft.com/office/officeart/2008/layout/VerticalCurvedList"/>
    <dgm:cxn modelId="{738F4C8D-6EA8-4B3E-8251-40BC7864DB79}" type="presParOf" srcId="{0633A375-2783-4609-93BE-C7D03BF2A340}" destId="{A24FD770-614A-41B5-A9CA-569C7386B1D0}" srcOrd="5" destOrd="0" presId="urn:microsoft.com/office/officeart/2008/layout/VerticalCurvedList"/>
    <dgm:cxn modelId="{DCE3A285-AB1B-4F85-AF4B-8A72ECD8759D}" type="presParOf" srcId="{0633A375-2783-4609-93BE-C7D03BF2A340}" destId="{2D0F9BE1-7440-4BC4-A53A-B1C4E3A913CE}" srcOrd="6" destOrd="0" presId="urn:microsoft.com/office/officeart/2008/layout/VerticalCurvedList"/>
    <dgm:cxn modelId="{B827BFB5-528C-4742-93EB-E175B40562E7}" type="presParOf" srcId="{2D0F9BE1-7440-4BC4-A53A-B1C4E3A913CE}" destId="{B64BA658-EE10-4819-B2E3-5AC54DC5B199}" srcOrd="0" destOrd="0" presId="urn:microsoft.com/office/officeart/2008/layout/VerticalCurvedList"/>
    <dgm:cxn modelId="{9FE32A99-DC03-4642-9FC7-754C22679462}" type="presParOf" srcId="{0633A375-2783-4609-93BE-C7D03BF2A340}" destId="{85D374A2-4262-410F-800B-988A373C62C6}" srcOrd="7" destOrd="0" presId="urn:microsoft.com/office/officeart/2008/layout/VerticalCurvedList"/>
    <dgm:cxn modelId="{5CC473DE-D02B-44E7-8E0E-1D227631E3E6}" type="presParOf" srcId="{0633A375-2783-4609-93BE-C7D03BF2A340}" destId="{661C954E-078F-4CEE-B38C-6E786FCE7030}" srcOrd="8" destOrd="0" presId="urn:microsoft.com/office/officeart/2008/layout/VerticalCurvedList"/>
    <dgm:cxn modelId="{9FE21518-F126-42DE-A328-CAC09B87E5D1}" type="presParOf" srcId="{661C954E-078F-4CEE-B38C-6E786FCE7030}" destId="{8E3A7CF7-7B13-480D-8426-B0C0046E4C26}" srcOrd="0" destOrd="0" presId="urn:microsoft.com/office/officeart/2008/layout/VerticalCurvedList"/>
    <dgm:cxn modelId="{E3E170C7-494F-418D-BF3E-9E16C8204954}" type="presParOf" srcId="{0633A375-2783-4609-93BE-C7D03BF2A340}" destId="{F78AEB79-CB02-4F89-81BD-172C796338E9}" srcOrd="9" destOrd="0" presId="urn:microsoft.com/office/officeart/2008/layout/VerticalCurvedList"/>
    <dgm:cxn modelId="{DC6691FD-9500-4CC8-9586-A3857329C677}" type="presParOf" srcId="{0633A375-2783-4609-93BE-C7D03BF2A340}" destId="{B3095D8B-7D1A-4FB6-B7C2-7213BEC7CBE2}" srcOrd="10" destOrd="0" presId="urn:microsoft.com/office/officeart/2008/layout/VerticalCurvedList"/>
    <dgm:cxn modelId="{E7664F85-60DA-4BB9-AADC-B96F479F4489}" type="presParOf" srcId="{B3095D8B-7D1A-4FB6-B7C2-7213BEC7CBE2}" destId="{3CB56FDF-A779-4321-9317-BB61FA016D61}" srcOrd="0" destOrd="0" presId="urn:microsoft.com/office/officeart/2008/layout/VerticalCurvedList"/>
    <dgm:cxn modelId="{0743ABC7-AF20-40B1-9D70-9315D56D39BA}" type="presParOf" srcId="{0633A375-2783-4609-93BE-C7D03BF2A340}" destId="{683AB623-CBA8-434C-A473-B12BC6E9C2E0}" srcOrd="11" destOrd="0" presId="urn:microsoft.com/office/officeart/2008/layout/VerticalCurvedList"/>
    <dgm:cxn modelId="{A317ABDA-8F3B-452F-98FE-6D0B5118E510}" type="presParOf" srcId="{0633A375-2783-4609-93BE-C7D03BF2A340}" destId="{0990E579-A375-427D-A58D-80A4D47A484E}" srcOrd="12" destOrd="0" presId="urn:microsoft.com/office/officeart/2008/layout/VerticalCurvedList"/>
    <dgm:cxn modelId="{DDE406AB-0D22-4EC4-8CF6-B4E42EA04D03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/>
      <dgm:spPr/>
      <dgm:t>
        <a:bodyPr/>
        <a:lstStyle/>
        <a:p>
          <a:r>
            <a:rPr lang="de-DE" dirty="0"/>
            <a:t>Angular</a:t>
          </a:r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811800F1-D792-4671-8A98-22ACB524E3FF}">
      <dgm:prSet phldrT="[Text]"/>
      <dgm:spPr/>
      <dgm:t>
        <a:bodyPr/>
        <a:lstStyle/>
        <a:p>
          <a:r>
            <a:rPr lang="de-DE" dirty="0"/>
            <a:t>SharePoint</a:t>
          </a:r>
        </a:p>
      </dgm:t>
    </dgm:pt>
    <dgm:pt modelId="{AEBB4880-8230-4810-973A-C20BEF0B8772}" type="parTrans" cxnId="{EE04D363-3576-454E-87B7-2DF4192A5F42}">
      <dgm:prSet/>
      <dgm:spPr/>
      <dgm:t>
        <a:bodyPr/>
        <a:lstStyle/>
        <a:p>
          <a:endParaRPr lang="de-DE"/>
        </a:p>
      </dgm:t>
    </dgm:pt>
    <dgm:pt modelId="{B8CF19FA-5D36-4186-A4BB-DDDD2676019C}" type="sibTrans" cxnId="{EE04D363-3576-454E-87B7-2DF4192A5F42}">
      <dgm:prSet/>
      <dgm:spPr/>
      <dgm:t>
        <a:bodyPr/>
        <a:lstStyle/>
        <a:p>
          <a:endParaRPr lang="de-DE"/>
        </a:p>
      </dgm:t>
    </dgm:pt>
    <dgm:pt modelId="{AC0D0EF0-577A-4496-A30A-F443F787CA1E}">
      <dgm:prSet phldrT="[Text]"/>
      <dgm:spPr/>
      <dgm:t>
        <a:bodyPr/>
        <a:lstStyle/>
        <a:p>
          <a:r>
            <a:rPr lang="de-DE" dirty="0"/>
            <a:t>Microsoft .Net Framework</a:t>
          </a:r>
        </a:p>
      </dgm:t>
    </dgm:pt>
    <dgm:pt modelId="{170BD27B-05BF-4CE5-8C27-D11A05CEDE09}" type="parTrans" cxnId="{87429CAD-767B-49C1-ADBE-095FCE85A79E}">
      <dgm:prSet/>
      <dgm:spPr/>
      <dgm:t>
        <a:bodyPr/>
        <a:lstStyle/>
        <a:p>
          <a:endParaRPr lang="de-DE"/>
        </a:p>
      </dgm:t>
    </dgm:pt>
    <dgm:pt modelId="{A7680542-9205-47E8-95D3-36669C49B29E}" type="sibTrans" cxnId="{87429CAD-767B-49C1-ADBE-095FCE85A79E}">
      <dgm:prSet/>
      <dgm:spPr/>
      <dgm:t>
        <a:bodyPr/>
        <a:lstStyle/>
        <a:p>
          <a:endParaRPr lang="de-DE"/>
        </a:p>
      </dgm:t>
    </dgm:pt>
    <dgm:pt modelId="{82D4E40C-1B9B-4DDB-8BA2-CB8586E5508F}">
      <dgm:prSet phldrT="[Text]"/>
      <dgm:spPr/>
      <dgm:t>
        <a:bodyPr/>
        <a:lstStyle/>
        <a:p>
          <a:r>
            <a:rPr lang="de-DE" dirty="0" err="1"/>
            <a:t>Dynatrace</a:t>
          </a:r>
          <a:endParaRPr lang="de-DE" dirty="0"/>
        </a:p>
      </dgm:t>
    </dgm:pt>
    <dgm:pt modelId="{40F00914-5635-4E72-8615-B3E985E2F430}" type="parTrans" cxnId="{3D0552EE-985D-483D-A59D-A5BD3CA6C414}">
      <dgm:prSet/>
      <dgm:spPr/>
      <dgm:t>
        <a:bodyPr/>
        <a:lstStyle/>
        <a:p>
          <a:endParaRPr lang="de-DE"/>
        </a:p>
      </dgm:t>
    </dgm:pt>
    <dgm:pt modelId="{06383D81-381F-4F50-BD35-A1244786350C}" type="sibTrans" cxnId="{3D0552EE-985D-483D-A59D-A5BD3CA6C414}">
      <dgm:prSet/>
      <dgm:spPr/>
      <dgm:t>
        <a:bodyPr/>
        <a:lstStyle/>
        <a:p>
          <a:endParaRPr lang="de-DE"/>
        </a:p>
      </dgm:t>
    </dgm:pt>
    <dgm:pt modelId="{37E7E15B-50F3-4819-B161-8E10ED694922}">
      <dgm:prSet phldrT="[Text]"/>
      <dgm:spPr/>
      <dgm:t>
        <a:bodyPr/>
        <a:lstStyle/>
        <a:p>
          <a:r>
            <a:rPr lang="de-DE" dirty="0"/>
            <a:t>Open-Source Framework</a:t>
          </a:r>
        </a:p>
      </dgm:t>
    </dgm:pt>
    <dgm:pt modelId="{FD5F955E-15A5-481F-B2BB-31F406DA4F10}" type="parTrans" cxnId="{383E529E-449A-4F2B-912B-19C6AEA0DB91}">
      <dgm:prSet/>
      <dgm:spPr/>
      <dgm:t>
        <a:bodyPr/>
        <a:lstStyle/>
        <a:p>
          <a:endParaRPr lang="de-DE"/>
        </a:p>
      </dgm:t>
    </dgm:pt>
    <dgm:pt modelId="{CA7F9275-4A1A-4DC1-A3AC-3438F3ED1D9D}" type="sibTrans" cxnId="{383E529E-449A-4F2B-912B-19C6AEA0DB91}">
      <dgm:prSet/>
      <dgm:spPr/>
      <dgm:t>
        <a:bodyPr/>
        <a:lstStyle/>
        <a:p>
          <a:endParaRPr lang="de-DE"/>
        </a:p>
      </dgm:t>
    </dgm:pt>
    <dgm:pt modelId="{1757D91B-31B5-46A7-8B50-A3C03E7A382E}">
      <dgm:prSet phldrT="[Text]"/>
      <dgm:spPr/>
      <dgm:t>
        <a:bodyPr/>
        <a:lstStyle/>
        <a:p>
          <a:r>
            <a:rPr lang="de-DE" dirty="0"/>
            <a:t>Entwicklung von Single-Page Web-Applikationen</a:t>
          </a:r>
        </a:p>
      </dgm:t>
    </dgm:pt>
    <dgm:pt modelId="{C9EA5775-1D7E-4B40-952E-9EFC96EDCD15}" type="parTrans" cxnId="{B209A916-8153-48BB-B5B8-02401B1331DA}">
      <dgm:prSet/>
      <dgm:spPr/>
      <dgm:t>
        <a:bodyPr/>
        <a:lstStyle/>
        <a:p>
          <a:endParaRPr lang="de-DE"/>
        </a:p>
      </dgm:t>
    </dgm:pt>
    <dgm:pt modelId="{C4B60DAC-FA8B-43BB-9B3C-914EE4A61A2A}" type="sibTrans" cxnId="{B209A916-8153-48BB-B5B8-02401B1331DA}">
      <dgm:prSet/>
      <dgm:spPr/>
      <dgm:t>
        <a:bodyPr/>
        <a:lstStyle/>
        <a:p>
          <a:endParaRPr lang="de-DE"/>
        </a:p>
      </dgm:t>
    </dgm:pt>
    <dgm:pt modelId="{99E954D4-12A9-4E09-92EE-64AA03C486ED}">
      <dgm:prSet phldrT="[Text]"/>
      <dgm:spPr/>
      <dgm:t>
        <a:bodyPr/>
        <a:lstStyle/>
        <a:p>
          <a:r>
            <a:rPr lang="de-DE" dirty="0"/>
            <a:t>Programmiersprache </a:t>
          </a:r>
          <a:r>
            <a:rPr lang="de-DE" dirty="0" err="1"/>
            <a:t>TypeScript</a:t>
          </a:r>
          <a:endParaRPr lang="de-DE" dirty="0"/>
        </a:p>
      </dgm:t>
    </dgm:pt>
    <dgm:pt modelId="{C11BA3CD-1AD8-4750-87B2-A9E6A230773C}" type="parTrans" cxnId="{43C2CE10-11A0-4A3F-AFAA-77013EC56F12}">
      <dgm:prSet/>
      <dgm:spPr/>
      <dgm:t>
        <a:bodyPr/>
        <a:lstStyle/>
        <a:p>
          <a:endParaRPr lang="de-DE"/>
        </a:p>
      </dgm:t>
    </dgm:pt>
    <dgm:pt modelId="{B2385C80-D195-45D7-8105-5C988B8B1D3D}" type="sibTrans" cxnId="{43C2CE10-11A0-4A3F-AFAA-77013EC56F12}">
      <dgm:prSet/>
      <dgm:spPr/>
      <dgm:t>
        <a:bodyPr/>
        <a:lstStyle/>
        <a:p>
          <a:endParaRPr lang="de-DE"/>
        </a:p>
      </dgm:t>
    </dgm:pt>
    <dgm:pt modelId="{DC85E33A-4D27-43E5-8378-E3141D7D6218}">
      <dgm:prSet phldrT="[Text]"/>
      <dgm:spPr/>
      <dgm:t>
        <a:bodyPr/>
        <a:lstStyle/>
        <a:p>
          <a:r>
            <a:rPr lang="de-DE" dirty="0"/>
            <a:t>Bietet Entwicklungswerkzeuge, Schnittstellen und Klassenbibliotheken</a:t>
          </a:r>
        </a:p>
      </dgm:t>
    </dgm:pt>
    <dgm:pt modelId="{3A6C89CC-7DC7-417B-B3E4-004448532F35}" type="parTrans" cxnId="{3D404BBD-6688-4CB7-A34B-7FA1B5B81990}">
      <dgm:prSet/>
      <dgm:spPr/>
      <dgm:t>
        <a:bodyPr/>
        <a:lstStyle/>
        <a:p>
          <a:endParaRPr lang="de-DE"/>
        </a:p>
      </dgm:t>
    </dgm:pt>
    <dgm:pt modelId="{482A1785-EA45-4DDF-898D-0030950EE2D0}" type="sibTrans" cxnId="{3D404BBD-6688-4CB7-A34B-7FA1B5B81990}">
      <dgm:prSet/>
      <dgm:spPr/>
      <dgm:t>
        <a:bodyPr/>
        <a:lstStyle/>
        <a:p>
          <a:endParaRPr lang="de-DE"/>
        </a:p>
      </dgm:t>
    </dgm:pt>
    <dgm:pt modelId="{5197990D-BD52-430A-A12D-6A5D4CEAC0AA}">
      <dgm:prSet phldrT="[Text]"/>
      <dgm:spPr/>
      <dgm:t>
        <a:bodyPr/>
        <a:lstStyle/>
        <a:p>
          <a:r>
            <a:rPr lang="de-DE" dirty="0"/>
            <a:t>Nur Windows</a:t>
          </a:r>
        </a:p>
      </dgm:t>
    </dgm:pt>
    <dgm:pt modelId="{D9423B5C-BF49-4538-8D75-B3E1FB50D23E}" type="parTrans" cxnId="{673B20C9-4652-426F-8721-22E0852E1BF4}">
      <dgm:prSet/>
      <dgm:spPr/>
      <dgm:t>
        <a:bodyPr/>
        <a:lstStyle/>
        <a:p>
          <a:endParaRPr lang="de-DE"/>
        </a:p>
      </dgm:t>
    </dgm:pt>
    <dgm:pt modelId="{D27AA21C-1CA9-40C4-A621-1DC3D6BD4586}" type="sibTrans" cxnId="{673B20C9-4652-426F-8721-22E0852E1BF4}">
      <dgm:prSet/>
      <dgm:spPr/>
      <dgm:t>
        <a:bodyPr/>
        <a:lstStyle/>
        <a:p>
          <a:endParaRPr lang="de-DE"/>
        </a:p>
      </dgm:t>
    </dgm:pt>
    <dgm:pt modelId="{EA5162F5-12D4-4C50-B6E7-1D73D4AF15A6}">
      <dgm:prSet phldrT="[Text]"/>
      <dgm:spPr/>
      <dgm:t>
        <a:bodyPr/>
        <a:lstStyle/>
        <a:p>
          <a:r>
            <a:rPr lang="de-DE" dirty="0"/>
            <a:t>Programmiersprache C#</a:t>
          </a:r>
        </a:p>
      </dgm:t>
    </dgm:pt>
    <dgm:pt modelId="{CEEDF759-F84C-4272-A471-AB4A797B83B0}" type="parTrans" cxnId="{5F61A92F-D105-4D25-9A73-C1A8E5EA3DAE}">
      <dgm:prSet/>
      <dgm:spPr/>
      <dgm:t>
        <a:bodyPr/>
        <a:lstStyle/>
        <a:p>
          <a:endParaRPr lang="de-DE"/>
        </a:p>
      </dgm:t>
    </dgm:pt>
    <dgm:pt modelId="{6DE0FDA4-E52D-42D4-B4D2-B8992360A2A0}" type="sibTrans" cxnId="{5F61A92F-D105-4D25-9A73-C1A8E5EA3DAE}">
      <dgm:prSet/>
      <dgm:spPr/>
      <dgm:t>
        <a:bodyPr/>
        <a:lstStyle/>
        <a:p>
          <a:endParaRPr lang="de-DE"/>
        </a:p>
      </dgm:t>
    </dgm:pt>
    <dgm:pt modelId="{36DF5C00-3A8C-4F0F-BC4A-C36D2AFB83C3}">
      <dgm:prSet phldrT="[Text]"/>
      <dgm:spPr/>
      <dgm:t>
        <a:bodyPr/>
        <a:lstStyle/>
        <a:p>
          <a:r>
            <a:rPr lang="de-DE" dirty="0"/>
            <a:t>Entwicklung von Kollaborationsplattformen</a:t>
          </a:r>
        </a:p>
      </dgm:t>
    </dgm:pt>
    <dgm:pt modelId="{6E8FB5A9-ED0E-4DC2-AD29-768AC95FA1E5}" type="parTrans" cxnId="{7D085F4E-89A8-4383-B078-62D663FFD52F}">
      <dgm:prSet/>
      <dgm:spPr/>
      <dgm:t>
        <a:bodyPr/>
        <a:lstStyle/>
        <a:p>
          <a:endParaRPr lang="de-DE"/>
        </a:p>
      </dgm:t>
    </dgm:pt>
    <dgm:pt modelId="{A0FFBBD2-33B4-47FC-B6E6-88A3A5F3DBF6}" type="sibTrans" cxnId="{7D085F4E-89A8-4383-B078-62D663FFD52F}">
      <dgm:prSet/>
      <dgm:spPr/>
      <dgm:t>
        <a:bodyPr/>
        <a:lstStyle/>
        <a:p>
          <a:endParaRPr lang="de-DE"/>
        </a:p>
      </dgm:t>
    </dgm:pt>
    <dgm:pt modelId="{C0F8CD59-C10E-4B73-A9EF-86D7149E0CD9}">
      <dgm:prSet phldrT="[Text]"/>
      <dgm:spPr/>
      <dgm:t>
        <a:bodyPr/>
        <a:lstStyle/>
        <a:p>
          <a:r>
            <a:rPr lang="de-DE" dirty="0"/>
            <a:t>Strukturierung und Zugriff auf Daten </a:t>
          </a:r>
        </a:p>
      </dgm:t>
    </dgm:pt>
    <dgm:pt modelId="{007E511C-F9E9-4F55-84FA-99F23AD9968A}" type="parTrans" cxnId="{F92EFFB0-AF89-4513-9B53-92C0890C0CF1}">
      <dgm:prSet/>
      <dgm:spPr/>
      <dgm:t>
        <a:bodyPr/>
        <a:lstStyle/>
        <a:p>
          <a:endParaRPr lang="de-DE"/>
        </a:p>
      </dgm:t>
    </dgm:pt>
    <dgm:pt modelId="{0E242338-ED50-4D2E-AB45-FFC5BB7A1FEB}" type="sibTrans" cxnId="{F92EFFB0-AF89-4513-9B53-92C0890C0CF1}">
      <dgm:prSet/>
      <dgm:spPr/>
      <dgm:t>
        <a:bodyPr/>
        <a:lstStyle/>
        <a:p>
          <a:endParaRPr lang="de-DE"/>
        </a:p>
      </dgm:t>
    </dgm:pt>
    <dgm:pt modelId="{3D38CFB8-C9EB-4DC2-A035-EC089E32F17E}">
      <dgm:prSet phldrT="[Text]"/>
      <dgm:spPr/>
      <dgm:t>
        <a:bodyPr/>
        <a:lstStyle/>
        <a:p>
          <a:r>
            <a:rPr lang="de-DE" dirty="0"/>
            <a:t>Überwachung der IT-Infrastruktur</a:t>
          </a:r>
        </a:p>
      </dgm:t>
    </dgm:pt>
    <dgm:pt modelId="{C5D3E770-A210-4B91-8A40-474116BEEC03}" type="parTrans" cxnId="{110BDD8E-FA4A-4C2D-90E2-1C422AE7254B}">
      <dgm:prSet/>
      <dgm:spPr/>
      <dgm:t>
        <a:bodyPr/>
        <a:lstStyle/>
        <a:p>
          <a:endParaRPr lang="de-DE"/>
        </a:p>
      </dgm:t>
    </dgm:pt>
    <dgm:pt modelId="{9153CD20-7D68-49A2-9705-8CE9C3A0D06A}" type="sibTrans" cxnId="{110BDD8E-FA4A-4C2D-90E2-1C422AE7254B}">
      <dgm:prSet/>
      <dgm:spPr/>
      <dgm:t>
        <a:bodyPr/>
        <a:lstStyle/>
        <a:p>
          <a:endParaRPr lang="de-DE"/>
        </a:p>
      </dgm:t>
    </dgm:pt>
    <dgm:pt modelId="{980C58B9-2003-4B85-BD1D-5EF8546C5A2D}">
      <dgm:prSet phldrT="[Text]"/>
      <dgm:spPr/>
      <dgm:t>
        <a:bodyPr/>
        <a:lstStyle/>
        <a:p>
          <a:r>
            <a:rPr lang="de-DE" dirty="0"/>
            <a:t>Erkennen von Ausfällen </a:t>
          </a:r>
        </a:p>
      </dgm:t>
    </dgm:pt>
    <dgm:pt modelId="{BFDFFA22-4B74-432F-847C-CF16EB58000B}" type="parTrans" cxnId="{85CBF535-5BB8-4C98-8C84-0136AD26866C}">
      <dgm:prSet/>
      <dgm:spPr/>
      <dgm:t>
        <a:bodyPr/>
        <a:lstStyle/>
        <a:p>
          <a:endParaRPr lang="de-DE"/>
        </a:p>
      </dgm:t>
    </dgm:pt>
    <dgm:pt modelId="{5E8CE1A0-A278-4810-9CF6-471B0466F4EA}" type="sibTrans" cxnId="{85CBF535-5BB8-4C98-8C84-0136AD26866C}">
      <dgm:prSet/>
      <dgm:spPr/>
      <dgm:t>
        <a:bodyPr/>
        <a:lstStyle/>
        <a:p>
          <a:endParaRPr lang="de-DE"/>
        </a:p>
      </dgm:t>
    </dgm:pt>
    <dgm:pt modelId="{91CD15F1-FA0D-44DC-A63D-ECA5DF509688}" type="pres">
      <dgm:prSet presAssocID="{F95EEEA6-80DC-4C2F-A2FC-D1A31FCB322E}" presName="linear" presStyleCnt="0">
        <dgm:presLayoutVars>
          <dgm:animLvl val="lvl"/>
          <dgm:resizeHandles val="exact"/>
        </dgm:presLayoutVars>
      </dgm:prSet>
      <dgm:spPr/>
    </dgm:pt>
    <dgm:pt modelId="{E3716B09-971D-40F3-A5AF-A3AB2FF637FC}" type="pres">
      <dgm:prSet presAssocID="{B6E43522-BE96-4F69-BBAD-FC911A0351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E04B07-F358-4232-A0C7-63984D6ECA49}" type="pres">
      <dgm:prSet presAssocID="{B6E43522-BE96-4F69-BBAD-FC911A035191}" presName="childText" presStyleLbl="revTx" presStyleIdx="0" presStyleCnt="4">
        <dgm:presLayoutVars>
          <dgm:bulletEnabled val="1"/>
        </dgm:presLayoutVars>
      </dgm:prSet>
      <dgm:spPr/>
    </dgm:pt>
    <dgm:pt modelId="{BEE69E6A-9707-4578-94AC-9AE6C348DF93}" type="pres">
      <dgm:prSet presAssocID="{AC0D0EF0-577A-4496-A30A-F443F787CA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F35077-D103-4BEA-A778-F589EEBDD389}" type="pres">
      <dgm:prSet presAssocID="{AC0D0EF0-577A-4496-A30A-F443F787CA1E}" presName="childText" presStyleLbl="revTx" presStyleIdx="1" presStyleCnt="4">
        <dgm:presLayoutVars>
          <dgm:bulletEnabled val="1"/>
        </dgm:presLayoutVars>
      </dgm:prSet>
      <dgm:spPr/>
    </dgm:pt>
    <dgm:pt modelId="{AC64C5B0-CD5D-4633-A3E4-9A608AFE1056}" type="pres">
      <dgm:prSet presAssocID="{811800F1-D792-4671-8A98-22ACB524E3F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34436A0-2123-4222-8BD0-7C4674411F78}" type="pres">
      <dgm:prSet presAssocID="{811800F1-D792-4671-8A98-22ACB524E3FF}" presName="childText" presStyleLbl="revTx" presStyleIdx="2" presStyleCnt="4">
        <dgm:presLayoutVars>
          <dgm:bulletEnabled val="1"/>
        </dgm:presLayoutVars>
      </dgm:prSet>
      <dgm:spPr/>
    </dgm:pt>
    <dgm:pt modelId="{A57FDE86-903F-4A3A-9B7F-8F82C165D6A7}" type="pres">
      <dgm:prSet presAssocID="{82D4E40C-1B9B-4DDB-8BA2-CB8586E5508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D48086F-EE4B-4D79-9F4D-D7E2DD92B29C}" type="pres">
      <dgm:prSet presAssocID="{82D4E40C-1B9B-4DDB-8BA2-CB8586E5508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FBCAEE01-DB3B-48BE-93B6-6F2CF90311C9}" type="presOf" srcId="{B6E43522-BE96-4F69-BBAD-FC911A035191}" destId="{E3716B09-971D-40F3-A5AF-A3AB2FF637FC}" srcOrd="0" destOrd="0" presId="urn:microsoft.com/office/officeart/2005/8/layout/vList2"/>
    <dgm:cxn modelId="{035ED007-A3B1-41CD-9E8F-EB6846DCADFE}" type="presOf" srcId="{DC85E33A-4D27-43E5-8378-E3141D7D6218}" destId="{B5F35077-D103-4BEA-A778-F589EEBDD389}" srcOrd="0" destOrd="0" presId="urn:microsoft.com/office/officeart/2005/8/layout/vList2"/>
    <dgm:cxn modelId="{43C2CE10-11A0-4A3F-AFAA-77013EC56F12}" srcId="{B6E43522-BE96-4F69-BBAD-FC911A035191}" destId="{99E954D4-12A9-4E09-92EE-64AA03C486ED}" srcOrd="2" destOrd="0" parTransId="{C11BA3CD-1AD8-4750-87B2-A9E6A230773C}" sibTransId="{B2385C80-D195-45D7-8105-5C988B8B1D3D}"/>
    <dgm:cxn modelId="{B209A916-8153-48BB-B5B8-02401B1331DA}" srcId="{B6E43522-BE96-4F69-BBAD-FC911A035191}" destId="{1757D91B-31B5-46A7-8B50-A3C03E7A382E}" srcOrd="1" destOrd="0" parTransId="{C9EA5775-1D7E-4B40-952E-9EFC96EDCD15}" sibTransId="{C4B60DAC-FA8B-43BB-9B3C-914EE4A61A2A}"/>
    <dgm:cxn modelId="{5F487E18-2DF0-4270-9021-7610CDD0D0A6}" type="presOf" srcId="{37E7E15B-50F3-4819-B161-8E10ED694922}" destId="{52E04B07-F358-4232-A0C7-63984D6ECA49}" srcOrd="0" destOrd="0" presId="urn:microsoft.com/office/officeart/2005/8/layout/vList2"/>
    <dgm:cxn modelId="{BF70D619-D4BD-4AD9-BB94-D85856161769}" srcId="{F95EEEA6-80DC-4C2F-A2FC-D1A31FCB322E}" destId="{B6E43522-BE96-4F69-BBAD-FC911A035191}" srcOrd="0" destOrd="0" parTransId="{87FA34B1-728C-4FE2-B543-5B57439D1063}" sibTransId="{328B7052-87F7-4920-A2B5-7F2998AB44C4}"/>
    <dgm:cxn modelId="{922E9B23-1365-41E9-B897-3A8D987184F3}" type="presOf" srcId="{3D38CFB8-C9EB-4DC2-A035-EC089E32F17E}" destId="{7D48086F-EE4B-4D79-9F4D-D7E2DD92B29C}" srcOrd="0" destOrd="0" presId="urn:microsoft.com/office/officeart/2005/8/layout/vList2"/>
    <dgm:cxn modelId="{5F61A92F-D105-4D25-9A73-C1A8E5EA3DAE}" srcId="{AC0D0EF0-577A-4496-A30A-F443F787CA1E}" destId="{EA5162F5-12D4-4C50-B6E7-1D73D4AF15A6}" srcOrd="2" destOrd="0" parTransId="{CEEDF759-F84C-4272-A471-AB4A797B83B0}" sibTransId="{6DE0FDA4-E52D-42D4-B4D2-B8992360A2A0}"/>
    <dgm:cxn modelId="{74DF1D33-9679-491F-8064-34BFDBC2E053}" type="presOf" srcId="{AC0D0EF0-577A-4496-A30A-F443F787CA1E}" destId="{BEE69E6A-9707-4578-94AC-9AE6C348DF93}" srcOrd="0" destOrd="0" presId="urn:microsoft.com/office/officeart/2005/8/layout/vList2"/>
    <dgm:cxn modelId="{4CB81535-5304-4C17-B2D1-429EBA587458}" type="presOf" srcId="{811800F1-D792-4671-8A98-22ACB524E3FF}" destId="{AC64C5B0-CD5D-4633-A3E4-9A608AFE1056}" srcOrd="0" destOrd="0" presId="urn:microsoft.com/office/officeart/2005/8/layout/vList2"/>
    <dgm:cxn modelId="{85CBF535-5BB8-4C98-8C84-0136AD26866C}" srcId="{82D4E40C-1B9B-4DDB-8BA2-CB8586E5508F}" destId="{980C58B9-2003-4B85-BD1D-5EF8546C5A2D}" srcOrd="1" destOrd="0" parTransId="{BFDFFA22-4B74-432F-847C-CF16EB58000B}" sibTransId="{5E8CE1A0-A278-4810-9CF6-471B0466F4EA}"/>
    <dgm:cxn modelId="{2CAF525B-4A65-44C5-87DC-9F8356B3CCE2}" type="presOf" srcId="{5197990D-BD52-430A-A12D-6A5D4CEAC0AA}" destId="{B5F35077-D103-4BEA-A778-F589EEBDD389}" srcOrd="0" destOrd="1" presId="urn:microsoft.com/office/officeart/2005/8/layout/vList2"/>
    <dgm:cxn modelId="{EE04D363-3576-454E-87B7-2DF4192A5F42}" srcId="{F95EEEA6-80DC-4C2F-A2FC-D1A31FCB322E}" destId="{811800F1-D792-4671-8A98-22ACB524E3FF}" srcOrd="2" destOrd="0" parTransId="{AEBB4880-8230-4810-973A-C20BEF0B8772}" sibTransId="{B8CF19FA-5D36-4186-A4BB-DDDD2676019C}"/>
    <dgm:cxn modelId="{BA4CFC65-B36E-49D6-B224-0F4DBDA1089A}" type="presOf" srcId="{1757D91B-31B5-46A7-8B50-A3C03E7A382E}" destId="{52E04B07-F358-4232-A0C7-63984D6ECA49}" srcOrd="0" destOrd="1" presId="urn:microsoft.com/office/officeart/2005/8/layout/vList2"/>
    <dgm:cxn modelId="{7D085F4E-89A8-4383-B078-62D663FFD52F}" srcId="{811800F1-D792-4671-8A98-22ACB524E3FF}" destId="{36DF5C00-3A8C-4F0F-BC4A-C36D2AFB83C3}" srcOrd="1" destOrd="0" parTransId="{6E8FB5A9-ED0E-4DC2-AD29-768AC95FA1E5}" sibTransId="{A0FFBBD2-33B4-47FC-B6E6-88A3A5F3DBF6}"/>
    <dgm:cxn modelId="{96B22074-27B3-4DA4-ADD1-B5C1EAA10BA0}" type="presOf" srcId="{EA5162F5-12D4-4C50-B6E7-1D73D4AF15A6}" destId="{B5F35077-D103-4BEA-A778-F589EEBDD389}" srcOrd="0" destOrd="2" presId="urn:microsoft.com/office/officeart/2005/8/layout/vList2"/>
    <dgm:cxn modelId="{46973B54-D4ED-4FEA-95D9-0BC9A7C93B8B}" type="presOf" srcId="{F95EEEA6-80DC-4C2F-A2FC-D1A31FCB322E}" destId="{91CD15F1-FA0D-44DC-A63D-ECA5DF509688}" srcOrd="0" destOrd="0" presId="urn:microsoft.com/office/officeart/2005/8/layout/vList2"/>
    <dgm:cxn modelId="{FA5F0F58-E50B-4CA0-9CDE-FEE7ED7FF736}" type="presOf" srcId="{C0F8CD59-C10E-4B73-A9EF-86D7149E0CD9}" destId="{934436A0-2123-4222-8BD0-7C4674411F78}" srcOrd="0" destOrd="0" presId="urn:microsoft.com/office/officeart/2005/8/layout/vList2"/>
    <dgm:cxn modelId="{110BDD8E-FA4A-4C2D-90E2-1C422AE7254B}" srcId="{82D4E40C-1B9B-4DDB-8BA2-CB8586E5508F}" destId="{3D38CFB8-C9EB-4DC2-A035-EC089E32F17E}" srcOrd="0" destOrd="0" parTransId="{C5D3E770-A210-4B91-8A40-474116BEEC03}" sibTransId="{9153CD20-7D68-49A2-9705-8CE9C3A0D06A}"/>
    <dgm:cxn modelId="{E073B295-221E-4E6A-87FE-296AC3F15E23}" type="presOf" srcId="{82D4E40C-1B9B-4DDB-8BA2-CB8586E5508F}" destId="{A57FDE86-903F-4A3A-9B7F-8F82C165D6A7}" srcOrd="0" destOrd="0" presId="urn:microsoft.com/office/officeart/2005/8/layout/vList2"/>
    <dgm:cxn modelId="{383E529E-449A-4F2B-912B-19C6AEA0DB91}" srcId="{B6E43522-BE96-4F69-BBAD-FC911A035191}" destId="{37E7E15B-50F3-4819-B161-8E10ED694922}" srcOrd="0" destOrd="0" parTransId="{FD5F955E-15A5-481F-B2BB-31F406DA4F10}" sibTransId="{CA7F9275-4A1A-4DC1-A3AC-3438F3ED1D9D}"/>
    <dgm:cxn modelId="{4E5463AB-02E5-4649-8765-1123A9D0E68A}" type="presOf" srcId="{36DF5C00-3A8C-4F0F-BC4A-C36D2AFB83C3}" destId="{934436A0-2123-4222-8BD0-7C4674411F78}" srcOrd="0" destOrd="1" presId="urn:microsoft.com/office/officeart/2005/8/layout/vList2"/>
    <dgm:cxn modelId="{87429CAD-767B-49C1-ADBE-095FCE85A79E}" srcId="{F95EEEA6-80DC-4C2F-A2FC-D1A31FCB322E}" destId="{AC0D0EF0-577A-4496-A30A-F443F787CA1E}" srcOrd="1" destOrd="0" parTransId="{170BD27B-05BF-4CE5-8C27-D11A05CEDE09}" sibTransId="{A7680542-9205-47E8-95D3-36669C49B29E}"/>
    <dgm:cxn modelId="{F92EFFB0-AF89-4513-9B53-92C0890C0CF1}" srcId="{811800F1-D792-4671-8A98-22ACB524E3FF}" destId="{C0F8CD59-C10E-4B73-A9EF-86D7149E0CD9}" srcOrd="0" destOrd="0" parTransId="{007E511C-F9E9-4F55-84FA-99F23AD9968A}" sibTransId="{0E242338-ED50-4D2E-AB45-FFC5BB7A1FEB}"/>
    <dgm:cxn modelId="{3D404BBD-6688-4CB7-A34B-7FA1B5B81990}" srcId="{AC0D0EF0-577A-4496-A30A-F443F787CA1E}" destId="{DC85E33A-4D27-43E5-8378-E3141D7D6218}" srcOrd="0" destOrd="0" parTransId="{3A6C89CC-7DC7-417B-B3E4-004448532F35}" sibTransId="{482A1785-EA45-4DDF-898D-0030950EE2D0}"/>
    <dgm:cxn modelId="{673B20C9-4652-426F-8721-22E0852E1BF4}" srcId="{AC0D0EF0-577A-4496-A30A-F443F787CA1E}" destId="{5197990D-BD52-430A-A12D-6A5D4CEAC0AA}" srcOrd="1" destOrd="0" parTransId="{D9423B5C-BF49-4538-8D75-B3E1FB50D23E}" sibTransId="{D27AA21C-1CA9-40C4-A621-1DC3D6BD4586}"/>
    <dgm:cxn modelId="{9FC9A9D4-3148-4C86-AEC9-9877ACC51A1B}" type="presOf" srcId="{99E954D4-12A9-4E09-92EE-64AA03C486ED}" destId="{52E04B07-F358-4232-A0C7-63984D6ECA49}" srcOrd="0" destOrd="2" presId="urn:microsoft.com/office/officeart/2005/8/layout/vList2"/>
    <dgm:cxn modelId="{DAE219E4-719E-450D-93F2-61305FD9B807}" type="presOf" srcId="{980C58B9-2003-4B85-BD1D-5EF8546C5A2D}" destId="{7D48086F-EE4B-4D79-9F4D-D7E2DD92B29C}" srcOrd="0" destOrd="1" presId="urn:microsoft.com/office/officeart/2005/8/layout/vList2"/>
    <dgm:cxn modelId="{3D0552EE-985D-483D-A59D-A5BD3CA6C414}" srcId="{F95EEEA6-80DC-4C2F-A2FC-D1A31FCB322E}" destId="{82D4E40C-1B9B-4DDB-8BA2-CB8586E5508F}" srcOrd="3" destOrd="0" parTransId="{40F00914-5635-4E72-8615-B3E985E2F430}" sibTransId="{06383D81-381F-4F50-BD35-A1244786350C}"/>
    <dgm:cxn modelId="{D00807A4-AA4F-4B61-A610-C2AC695BE217}" type="presParOf" srcId="{91CD15F1-FA0D-44DC-A63D-ECA5DF509688}" destId="{E3716B09-971D-40F3-A5AF-A3AB2FF637FC}" srcOrd="0" destOrd="0" presId="urn:microsoft.com/office/officeart/2005/8/layout/vList2"/>
    <dgm:cxn modelId="{30FBACD4-7404-427C-B1D3-BF32C2E852A0}" type="presParOf" srcId="{91CD15F1-FA0D-44DC-A63D-ECA5DF509688}" destId="{52E04B07-F358-4232-A0C7-63984D6ECA49}" srcOrd="1" destOrd="0" presId="urn:microsoft.com/office/officeart/2005/8/layout/vList2"/>
    <dgm:cxn modelId="{B5531FF3-F0BC-4D01-B3D5-56B35535B6EB}" type="presParOf" srcId="{91CD15F1-FA0D-44DC-A63D-ECA5DF509688}" destId="{BEE69E6A-9707-4578-94AC-9AE6C348DF93}" srcOrd="2" destOrd="0" presId="urn:microsoft.com/office/officeart/2005/8/layout/vList2"/>
    <dgm:cxn modelId="{13FFBBD1-30CE-4D51-8B3E-0665BDFDF621}" type="presParOf" srcId="{91CD15F1-FA0D-44DC-A63D-ECA5DF509688}" destId="{B5F35077-D103-4BEA-A778-F589EEBDD389}" srcOrd="3" destOrd="0" presId="urn:microsoft.com/office/officeart/2005/8/layout/vList2"/>
    <dgm:cxn modelId="{37B536CB-237F-4B0B-82FF-327F6242EC30}" type="presParOf" srcId="{91CD15F1-FA0D-44DC-A63D-ECA5DF509688}" destId="{AC64C5B0-CD5D-4633-A3E4-9A608AFE1056}" srcOrd="4" destOrd="0" presId="urn:microsoft.com/office/officeart/2005/8/layout/vList2"/>
    <dgm:cxn modelId="{04499D26-ADF4-42E7-92C2-14BEAC4D9FEA}" type="presParOf" srcId="{91CD15F1-FA0D-44DC-A63D-ECA5DF509688}" destId="{934436A0-2123-4222-8BD0-7C4674411F78}" srcOrd="5" destOrd="0" presId="urn:microsoft.com/office/officeart/2005/8/layout/vList2"/>
    <dgm:cxn modelId="{F21F67AB-CFB2-4C8A-A215-99E05FA0EB61}" type="presParOf" srcId="{91CD15F1-FA0D-44DC-A63D-ECA5DF509688}" destId="{A57FDE86-903F-4A3A-9B7F-8F82C165D6A7}" srcOrd="6" destOrd="0" presId="urn:microsoft.com/office/officeart/2005/8/layout/vList2"/>
    <dgm:cxn modelId="{8F325707-B890-4AE5-AF54-30DC4EB3B974}" type="presParOf" srcId="{91CD15F1-FA0D-44DC-A63D-ECA5DF509688}" destId="{7D48086F-EE4B-4D79-9F4D-D7E2DD92B29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/>
      <dgm:spPr/>
      <dgm:t>
        <a:bodyPr/>
        <a:lstStyle/>
        <a:p>
          <a:r>
            <a:rPr lang="de-DE" dirty="0"/>
            <a:t>Client-Server Architektur</a:t>
          </a:r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811800F1-D792-4671-8A98-22ACB524E3FF}">
      <dgm:prSet phldrT="[Text]"/>
      <dgm:spPr/>
      <dgm:t>
        <a:bodyPr/>
        <a:lstStyle/>
        <a:p>
          <a:r>
            <a:rPr lang="de-DE" dirty="0"/>
            <a:t>Backend</a:t>
          </a:r>
        </a:p>
      </dgm:t>
    </dgm:pt>
    <dgm:pt modelId="{AEBB4880-8230-4810-973A-C20BEF0B8772}" type="parTrans" cxnId="{EE04D363-3576-454E-87B7-2DF4192A5F42}">
      <dgm:prSet/>
      <dgm:spPr/>
      <dgm:t>
        <a:bodyPr/>
        <a:lstStyle/>
        <a:p>
          <a:endParaRPr lang="de-DE"/>
        </a:p>
      </dgm:t>
    </dgm:pt>
    <dgm:pt modelId="{B8CF19FA-5D36-4186-A4BB-DDDD2676019C}" type="sibTrans" cxnId="{EE04D363-3576-454E-87B7-2DF4192A5F42}">
      <dgm:prSet/>
      <dgm:spPr/>
      <dgm:t>
        <a:bodyPr/>
        <a:lstStyle/>
        <a:p>
          <a:endParaRPr lang="de-DE"/>
        </a:p>
      </dgm:t>
    </dgm:pt>
    <dgm:pt modelId="{AC0D0EF0-577A-4496-A30A-F443F787CA1E}">
      <dgm:prSet phldrT="[Text]"/>
      <dgm:spPr/>
      <dgm:t>
        <a:bodyPr/>
        <a:lstStyle/>
        <a:p>
          <a:r>
            <a:rPr lang="de-DE" dirty="0"/>
            <a:t>Frontend</a:t>
          </a:r>
        </a:p>
      </dgm:t>
    </dgm:pt>
    <dgm:pt modelId="{170BD27B-05BF-4CE5-8C27-D11A05CEDE09}" type="parTrans" cxnId="{87429CAD-767B-49C1-ADBE-095FCE85A79E}">
      <dgm:prSet/>
      <dgm:spPr/>
      <dgm:t>
        <a:bodyPr/>
        <a:lstStyle/>
        <a:p>
          <a:endParaRPr lang="de-DE"/>
        </a:p>
      </dgm:t>
    </dgm:pt>
    <dgm:pt modelId="{A7680542-9205-47E8-95D3-36669C49B29E}" type="sibTrans" cxnId="{87429CAD-767B-49C1-ADBE-095FCE85A79E}">
      <dgm:prSet/>
      <dgm:spPr/>
      <dgm:t>
        <a:bodyPr/>
        <a:lstStyle/>
        <a:p>
          <a:endParaRPr lang="de-DE"/>
        </a:p>
      </dgm:t>
    </dgm:pt>
    <dgm:pt modelId="{82D4E40C-1B9B-4DDB-8BA2-CB8586E5508F}">
      <dgm:prSet phldrT="[Text]"/>
      <dgm:spPr/>
      <dgm:t>
        <a:bodyPr/>
        <a:lstStyle/>
        <a:p>
          <a:r>
            <a:rPr lang="de-DE" dirty="0"/>
            <a:t>Provider-</a:t>
          </a:r>
          <a:r>
            <a:rPr lang="de-DE" dirty="0" err="1"/>
            <a:t>hosted</a:t>
          </a:r>
          <a:r>
            <a:rPr lang="de-DE" dirty="0"/>
            <a:t> Add-in</a:t>
          </a:r>
        </a:p>
      </dgm:t>
    </dgm:pt>
    <dgm:pt modelId="{40F00914-5635-4E72-8615-B3E985E2F430}" type="parTrans" cxnId="{3D0552EE-985D-483D-A59D-A5BD3CA6C414}">
      <dgm:prSet/>
      <dgm:spPr/>
      <dgm:t>
        <a:bodyPr/>
        <a:lstStyle/>
        <a:p>
          <a:endParaRPr lang="de-DE"/>
        </a:p>
      </dgm:t>
    </dgm:pt>
    <dgm:pt modelId="{06383D81-381F-4F50-BD35-A1244786350C}" type="sibTrans" cxnId="{3D0552EE-985D-483D-A59D-A5BD3CA6C414}">
      <dgm:prSet/>
      <dgm:spPr/>
      <dgm:t>
        <a:bodyPr/>
        <a:lstStyle/>
        <a:p>
          <a:endParaRPr lang="de-DE"/>
        </a:p>
      </dgm:t>
    </dgm:pt>
    <dgm:pt modelId="{BA4298D2-BA70-4792-A22D-6A0848DE604A}">
      <dgm:prSet phldrT="[Text]"/>
      <dgm:spPr/>
      <dgm:t>
        <a:bodyPr/>
        <a:lstStyle/>
        <a:p>
          <a:r>
            <a:rPr lang="de-DE" dirty="0"/>
            <a:t>Redundante Serververteilung</a:t>
          </a:r>
        </a:p>
      </dgm:t>
    </dgm:pt>
    <dgm:pt modelId="{8D638CCF-C5DD-4881-BDDE-53959F591DAB}" type="parTrans" cxnId="{129D2554-5DC0-4526-BE04-9F3B5EF05C99}">
      <dgm:prSet/>
      <dgm:spPr/>
      <dgm:t>
        <a:bodyPr/>
        <a:lstStyle/>
        <a:p>
          <a:endParaRPr lang="de-DE"/>
        </a:p>
      </dgm:t>
    </dgm:pt>
    <dgm:pt modelId="{6341BC52-09BF-4F57-B666-606031A3CD63}" type="sibTrans" cxnId="{129D2554-5DC0-4526-BE04-9F3B5EF05C99}">
      <dgm:prSet/>
      <dgm:spPr/>
      <dgm:t>
        <a:bodyPr/>
        <a:lstStyle/>
        <a:p>
          <a:endParaRPr lang="de-DE"/>
        </a:p>
      </dgm:t>
    </dgm:pt>
    <dgm:pt modelId="{A4A1EE5F-919E-4188-B0F5-7E06FDBDEF6B}">
      <dgm:prSet phldrT="[Text]"/>
      <dgm:spPr/>
      <dgm:t>
        <a:bodyPr/>
        <a:lstStyle/>
        <a:p>
          <a:r>
            <a:rPr lang="de-DE" dirty="0"/>
            <a:t>Angular Framework</a:t>
          </a:r>
        </a:p>
      </dgm:t>
    </dgm:pt>
    <dgm:pt modelId="{BD5909D8-1824-40A2-B24C-7FBC2C372E6B}" type="parTrans" cxnId="{C21C20F2-0441-4F29-9F0F-BA4B14F71E83}">
      <dgm:prSet/>
      <dgm:spPr/>
      <dgm:t>
        <a:bodyPr/>
        <a:lstStyle/>
        <a:p>
          <a:endParaRPr lang="de-DE"/>
        </a:p>
      </dgm:t>
    </dgm:pt>
    <dgm:pt modelId="{96F2784C-F539-45E8-9D1B-E28EC852C5F0}" type="sibTrans" cxnId="{C21C20F2-0441-4F29-9F0F-BA4B14F71E83}">
      <dgm:prSet/>
      <dgm:spPr/>
      <dgm:t>
        <a:bodyPr/>
        <a:lstStyle/>
        <a:p>
          <a:endParaRPr lang="de-DE"/>
        </a:p>
      </dgm:t>
    </dgm:pt>
    <dgm:pt modelId="{57EBDB28-AC53-483B-81C1-D54C90A5C64E}">
      <dgm:prSet phldrT="[Text]"/>
      <dgm:spPr/>
      <dgm:t>
        <a:bodyPr/>
        <a:lstStyle/>
        <a:p>
          <a:r>
            <a:rPr lang="de-DE" dirty="0"/>
            <a:t>Logs in der Konsole</a:t>
          </a:r>
        </a:p>
      </dgm:t>
    </dgm:pt>
    <dgm:pt modelId="{D73C6B8B-FCE3-465C-82DD-516A0C1EA9B0}" type="parTrans" cxnId="{8D4A03AB-F781-406F-9880-7154A8FF2E3C}">
      <dgm:prSet/>
      <dgm:spPr/>
      <dgm:t>
        <a:bodyPr/>
        <a:lstStyle/>
        <a:p>
          <a:endParaRPr lang="de-DE"/>
        </a:p>
      </dgm:t>
    </dgm:pt>
    <dgm:pt modelId="{125E6B7D-E7DF-4EAC-B4D4-7C3EEC5566CC}" type="sibTrans" cxnId="{8D4A03AB-F781-406F-9880-7154A8FF2E3C}">
      <dgm:prSet/>
      <dgm:spPr/>
      <dgm:t>
        <a:bodyPr/>
        <a:lstStyle/>
        <a:p>
          <a:endParaRPr lang="de-DE"/>
        </a:p>
      </dgm:t>
    </dgm:pt>
    <dgm:pt modelId="{FCF13AA9-FA24-47BF-A7C5-8219F5663FFE}">
      <dgm:prSet phldrT="[Text]"/>
      <dgm:spPr/>
      <dgm:t>
        <a:bodyPr/>
        <a:lstStyle/>
        <a:p>
          <a:r>
            <a:rPr lang="de-DE" dirty="0"/>
            <a:t>C#</a:t>
          </a:r>
        </a:p>
      </dgm:t>
    </dgm:pt>
    <dgm:pt modelId="{B4C557C5-8732-4B71-B44C-79883BA5CE47}" type="parTrans" cxnId="{438B18C0-047C-4DE6-871D-600F79C1A4B7}">
      <dgm:prSet/>
      <dgm:spPr/>
      <dgm:t>
        <a:bodyPr/>
        <a:lstStyle/>
        <a:p>
          <a:endParaRPr lang="de-DE"/>
        </a:p>
      </dgm:t>
    </dgm:pt>
    <dgm:pt modelId="{0396B99B-24FF-4B37-A671-0F0B60F3EB41}" type="sibTrans" cxnId="{438B18C0-047C-4DE6-871D-600F79C1A4B7}">
      <dgm:prSet/>
      <dgm:spPr/>
      <dgm:t>
        <a:bodyPr/>
        <a:lstStyle/>
        <a:p>
          <a:endParaRPr lang="de-DE"/>
        </a:p>
      </dgm:t>
    </dgm:pt>
    <dgm:pt modelId="{ECFDC48F-23F0-4909-A4A6-13CE6133294F}">
      <dgm:prSet phldrT="[Text]"/>
      <dgm:spPr/>
      <dgm:t>
        <a:bodyPr/>
        <a:lstStyle/>
        <a:p>
          <a:r>
            <a:rPr lang="de-DE" dirty="0"/>
            <a:t>Sammeln von Daten </a:t>
          </a:r>
        </a:p>
      </dgm:t>
    </dgm:pt>
    <dgm:pt modelId="{51CAB342-507D-4F74-A976-F0D51DD4031D}" type="parTrans" cxnId="{B6169D60-64C4-48B3-BB29-3A4BA6143968}">
      <dgm:prSet/>
      <dgm:spPr/>
      <dgm:t>
        <a:bodyPr/>
        <a:lstStyle/>
        <a:p>
          <a:endParaRPr lang="de-DE"/>
        </a:p>
      </dgm:t>
    </dgm:pt>
    <dgm:pt modelId="{67076CBF-5721-44CB-BC28-10E472CF0448}" type="sibTrans" cxnId="{B6169D60-64C4-48B3-BB29-3A4BA6143968}">
      <dgm:prSet/>
      <dgm:spPr/>
      <dgm:t>
        <a:bodyPr/>
        <a:lstStyle/>
        <a:p>
          <a:endParaRPr lang="de-DE"/>
        </a:p>
      </dgm:t>
    </dgm:pt>
    <dgm:pt modelId="{BCC30B1F-76A7-4D92-9483-4450DDFBA4FA}">
      <dgm:prSet phldrT="[Text]"/>
      <dgm:spPr/>
      <dgm:t>
        <a:bodyPr/>
        <a:lstStyle/>
        <a:p>
          <a:r>
            <a:rPr lang="de-DE" dirty="0"/>
            <a:t>Keine Struktur im Logging</a:t>
          </a:r>
        </a:p>
      </dgm:t>
    </dgm:pt>
    <dgm:pt modelId="{A1D2596C-A42D-45AE-9267-6C77D6264CA8}" type="parTrans" cxnId="{DB5744C9-8F0B-4503-9DED-FF42B7ADBC23}">
      <dgm:prSet/>
      <dgm:spPr/>
      <dgm:t>
        <a:bodyPr/>
        <a:lstStyle/>
        <a:p>
          <a:endParaRPr lang="de-DE"/>
        </a:p>
      </dgm:t>
    </dgm:pt>
    <dgm:pt modelId="{3B092407-1027-4FCD-9AB3-A3F0EF2F68C8}" type="sibTrans" cxnId="{DB5744C9-8F0B-4503-9DED-FF42B7ADBC23}">
      <dgm:prSet/>
      <dgm:spPr/>
      <dgm:t>
        <a:bodyPr/>
        <a:lstStyle/>
        <a:p>
          <a:endParaRPr lang="de-DE"/>
        </a:p>
      </dgm:t>
    </dgm:pt>
    <dgm:pt modelId="{91CD15F1-FA0D-44DC-A63D-ECA5DF509688}" type="pres">
      <dgm:prSet presAssocID="{F95EEEA6-80DC-4C2F-A2FC-D1A31FCB322E}" presName="linear" presStyleCnt="0">
        <dgm:presLayoutVars>
          <dgm:animLvl val="lvl"/>
          <dgm:resizeHandles val="exact"/>
        </dgm:presLayoutVars>
      </dgm:prSet>
      <dgm:spPr/>
    </dgm:pt>
    <dgm:pt modelId="{E3716B09-971D-40F3-A5AF-A3AB2FF637FC}" type="pres">
      <dgm:prSet presAssocID="{B6E43522-BE96-4F69-BBAD-FC911A03519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5E8D4B3-E90F-4E97-B871-16777853E7CE}" type="pres">
      <dgm:prSet presAssocID="{328B7052-87F7-4920-A2B5-7F2998AB44C4}" presName="spacer" presStyleCnt="0"/>
      <dgm:spPr/>
    </dgm:pt>
    <dgm:pt modelId="{BEE69E6A-9707-4578-94AC-9AE6C348DF93}" type="pres">
      <dgm:prSet presAssocID="{AC0D0EF0-577A-4496-A30A-F443F787CA1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5F35077-D103-4BEA-A778-F589EEBDD389}" type="pres">
      <dgm:prSet presAssocID="{AC0D0EF0-577A-4496-A30A-F443F787CA1E}" presName="childText" presStyleLbl="revTx" presStyleIdx="0" presStyleCnt="2">
        <dgm:presLayoutVars>
          <dgm:bulletEnabled val="1"/>
        </dgm:presLayoutVars>
      </dgm:prSet>
      <dgm:spPr/>
    </dgm:pt>
    <dgm:pt modelId="{AC64C5B0-CD5D-4633-A3E4-9A608AFE1056}" type="pres">
      <dgm:prSet presAssocID="{811800F1-D792-4671-8A98-22ACB524E3F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34436A0-2123-4222-8BD0-7C4674411F78}" type="pres">
      <dgm:prSet presAssocID="{811800F1-D792-4671-8A98-22ACB524E3FF}" presName="childText" presStyleLbl="revTx" presStyleIdx="1" presStyleCnt="2">
        <dgm:presLayoutVars>
          <dgm:bulletEnabled val="1"/>
        </dgm:presLayoutVars>
      </dgm:prSet>
      <dgm:spPr/>
    </dgm:pt>
    <dgm:pt modelId="{A57FDE86-903F-4A3A-9B7F-8F82C165D6A7}" type="pres">
      <dgm:prSet presAssocID="{82D4E40C-1B9B-4DDB-8BA2-CB8586E5508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EB50851-D9B4-423B-98A8-E22CA13798EF}" type="pres">
      <dgm:prSet presAssocID="{06383D81-381F-4F50-BD35-A1244786350C}" presName="spacer" presStyleCnt="0"/>
      <dgm:spPr/>
    </dgm:pt>
    <dgm:pt modelId="{95798A6D-6C55-420F-9C6E-ADEA96A53960}" type="pres">
      <dgm:prSet presAssocID="{BA4298D2-BA70-4792-A22D-6A0848DE604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FA31C12-529E-476A-996D-8C4CB5369EE3}" type="presOf" srcId="{811800F1-D792-4671-8A98-22ACB524E3FF}" destId="{AC64C5B0-CD5D-4633-A3E4-9A608AFE1056}" srcOrd="0" destOrd="0" presId="urn:microsoft.com/office/officeart/2005/8/layout/vList2"/>
    <dgm:cxn modelId="{BF70D619-D4BD-4AD9-BB94-D85856161769}" srcId="{F95EEEA6-80DC-4C2F-A2FC-D1A31FCB322E}" destId="{B6E43522-BE96-4F69-BBAD-FC911A035191}" srcOrd="0" destOrd="0" parTransId="{87FA34B1-728C-4FE2-B543-5B57439D1063}" sibTransId="{328B7052-87F7-4920-A2B5-7F2998AB44C4}"/>
    <dgm:cxn modelId="{4A96431F-C0E7-435D-BD0C-06ED3036109A}" type="presOf" srcId="{BA4298D2-BA70-4792-A22D-6A0848DE604A}" destId="{95798A6D-6C55-420F-9C6E-ADEA96A53960}" srcOrd="0" destOrd="0" presId="urn:microsoft.com/office/officeart/2005/8/layout/vList2"/>
    <dgm:cxn modelId="{616C1D38-3B0E-4D1D-BCD9-8006A629E430}" type="presOf" srcId="{FCF13AA9-FA24-47BF-A7C5-8219F5663FFE}" destId="{934436A0-2123-4222-8BD0-7C4674411F78}" srcOrd="0" destOrd="0" presId="urn:microsoft.com/office/officeart/2005/8/layout/vList2"/>
    <dgm:cxn modelId="{1099B73B-CCA1-46D2-AB35-0DB0C9DD1B10}" type="presOf" srcId="{ECFDC48F-23F0-4909-A4A6-13CE6133294F}" destId="{934436A0-2123-4222-8BD0-7C4674411F78}" srcOrd="0" destOrd="1" presId="urn:microsoft.com/office/officeart/2005/8/layout/vList2"/>
    <dgm:cxn modelId="{B6169D60-64C4-48B3-BB29-3A4BA6143968}" srcId="{811800F1-D792-4671-8A98-22ACB524E3FF}" destId="{ECFDC48F-23F0-4909-A4A6-13CE6133294F}" srcOrd="1" destOrd="0" parTransId="{51CAB342-507D-4F74-A976-F0D51DD4031D}" sibTransId="{67076CBF-5721-44CB-BC28-10E472CF0448}"/>
    <dgm:cxn modelId="{EE04D363-3576-454E-87B7-2DF4192A5F42}" srcId="{F95EEEA6-80DC-4C2F-A2FC-D1A31FCB322E}" destId="{811800F1-D792-4671-8A98-22ACB524E3FF}" srcOrd="2" destOrd="0" parTransId="{AEBB4880-8230-4810-973A-C20BEF0B8772}" sibTransId="{B8CF19FA-5D36-4186-A4BB-DDDD2676019C}"/>
    <dgm:cxn modelId="{9CC5CB4B-BFE5-4471-978F-2D3E4C6ACF8E}" type="presOf" srcId="{57EBDB28-AC53-483B-81C1-D54C90A5C64E}" destId="{B5F35077-D103-4BEA-A778-F589EEBDD389}" srcOrd="0" destOrd="1" presId="urn:microsoft.com/office/officeart/2005/8/layout/vList2"/>
    <dgm:cxn modelId="{129D2554-5DC0-4526-BE04-9F3B5EF05C99}" srcId="{F95EEEA6-80DC-4C2F-A2FC-D1A31FCB322E}" destId="{BA4298D2-BA70-4792-A22D-6A0848DE604A}" srcOrd="4" destOrd="0" parTransId="{8D638CCF-C5DD-4881-BDDE-53959F591DAB}" sibTransId="{6341BC52-09BF-4F57-B666-606031A3CD63}"/>
    <dgm:cxn modelId="{81486756-305B-4C9C-85EF-03EA695F5B1C}" type="presOf" srcId="{BCC30B1F-76A7-4D92-9483-4450DDFBA4FA}" destId="{934436A0-2123-4222-8BD0-7C4674411F78}" srcOrd="0" destOrd="2" presId="urn:microsoft.com/office/officeart/2005/8/layout/vList2"/>
    <dgm:cxn modelId="{A871CF58-E3C2-4169-B9E1-718011138A14}" type="presOf" srcId="{F95EEEA6-80DC-4C2F-A2FC-D1A31FCB322E}" destId="{91CD15F1-FA0D-44DC-A63D-ECA5DF509688}" srcOrd="0" destOrd="0" presId="urn:microsoft.com/office/officeart/2005/8/layout/vList2"/>
    <dgm:cxn modelId="{78269695-BEF3-470F-B77F-0B5CE9B25524}" type="presOf" srcId="{AC0D0EF0-577A-4496-A30A-F443F787CA1E}" destId="{BEE69E6A-9707-4578-94AC-9AE6C348DF93}" srcOrd="0" destOrd="0" presId="urn:microsoft.com/office/officeart/2005/8/layout/vList2"/>
    <dgm:cxn modelId="{575554A3-5CA6-4334-8E98-24F29B4F9D83}" type="presOf" srcId="{B6E43522-BE96-4F69-BBAD-FC911A035191}" destId="{E3716B09-971D-40F3-A5AF-A3AB2FF637FC}" srcOrd="0" destOrd="0" presId="urn:microsoft.com/office/officeart/2005/8/layout/vList2"/>
    <dgm:cxn modelId="{8D4A03AB-F781-406F-9880-7154A8FF2E3C}" srcId="{AC0D0EF0-577A-4496-A30A-F443F787CA1E}" destId="{57EBDB28-AC53-483B-81C1-D54C90A5C64E}" srcOrd="1" destOrd="0" parTransId="{D73C6B8B-FCE3-465C-82DD-516A0C1EA9B0}" sibTransId="{125E6B7D-E7DF-4EAC-B4D4-7C3EEC5566CC}"/>
    <dgm:cxn modelId="{87429CAD-767B-49C1-ADBE-095FCE85A79E}" srcId="{F95EEEA6-80DC-4C2F-A2FC-D1A31FCB322E}" destId="{AC0D0EF0-577A-4496-A30A-F443F787CA1E}" srcOrd="1" destOrd="0" parTransId="{170BD27B-05BF-4CE5-8C27-D11A05CEDE09}" sibTransId="{A7680542-9205-47E8-95D3-36669C49B29E}"/>
    <dgm:cxn modelId="{438B18C0-047C-4DE6-871D-600F79C1A4B7}" srcId="{811800F1-D792-4671-8A98-22ACB524E3FF}" destId="{FCF13AA9-FA24-47BF-A7C5-8219F5663FFE}" srcOrd="0" destOrd="0" parTransId="{B4C557C5-8732-4B71-B44C-79883BA5CE47}" sibTransId="{0396B99B-24FF-4B37-A671-0F0B60F3EB41}"/>
    <dgm:cxn modelId="{DB5744C9-8F0B-4503-9DED-FF42B7ADBC23}" srcId="{811800F1-D792-4671-8A98-22ACB524E3FF}" destId="{BCC30B1F-76A7-4D92-9483-4450DDFBA4FA}" srcOrd="2" destOrd="0" parTransId="{A1D2596C-A42D-45AE-9267-6C77D6264CA8}" sibTransId="{3B092407-1027-4FCD-9AB3-A3F0EF2F68C8}"/>
    <dgm:cxn modelId="{01D191D2-3322-45C6-8ACC-BEC3C7D89B58}" type="presOf" srcId="{A4A1EE5F-919E-4188-B0F5-7E06FDBDEF6B}" destId="{B5F35077-D103-4BEA-A778-F589EEBDD389}" srcOrd="0" destOrd="0" presId="urn:microsoft.com/office/officeart/2005/8/layout/vList2"/>
    <dgm:cxn modelId="{4512DADE-08C3-4CB1-B433-6FEE39477904}" type="presOf" srcId="{82D4E40C-1B9B-4DDB-8BA2-CB8586E5508F}" destId="{A57FDE86-903F-4A3A-9B7F-8F82C165D6A7}" srcOrd="0" destOrd="0" presId="urn:microsoft.com/office/officeart/2005/8/layout/vList2"/>
    <dgm:cxn modelId="{3D0552EE-985D-483D-A59D-A5BD3CA6C414}" srcId="{F95EEEA6-80DC-4C2F-A2FC-D1A31FCB322E}" destId="{82D4E40C-1B9B-4DDB-8BA2-CB8586E5508F}" srcOrd="3" destOrd="0" parTransId="{40F00914-5635-4E72-8615-B3E985E2F430}" sibTransId="{06383D81-381F-4F50-BD35-A1244786350C}"/>
    <dgm:cxn modelId="{C21C20F2-0441-4F29-9F0F-BA4B14F71E83}" srcId="{AC0D0EF0-577A-4496-A30A-F443F787CA1E}" destId="{A4A1EE5F-919E-4188-B0F5-7E06FDBDEF6B}" srcOrd="0" destOrd="0" parTransId="{BD5909D8-1824-40A2-B24C-7FBC2C372E6B}" sibTransId="{96F2784C-F539-45E8-9D1B-E28EC852C5F0}"/>
    <dgm:cxn modelId="{1B14BFD2-77DF-4833-84DD-5C03083E6842}" type="presParOf" srcId="{91CD15F1-FA0D-44DC-A63D-ECA5DF509688}" destId="{E3716B09-971D-40F3-A5AF-A3AB2FF637FC}" srcOrd="0" destOrd="0" presId="urn:microsoft.com/office/officeart/2005/8/layout/vList2"/>
    <dgm:cxn modelId="{A2C46D6A-91BE-47F2-8629-50BE53570A12}" type="presParOf" srcId="{91CD15F1-FA0D-44DC-A63D-ECA5DF509688}" destId="{B5E8D4B3-E90F-4E97-B871-16777853E7CE}" srcOrd="1" destOrd="0" presId="urn:microsoft.com/office/officeart/2005/8/layout/vList2"/>
    <dgm:cxn modelId="{2DE709BF-1E21-4492-9A7D-B96993110557}" type="presParOf" srcId="{91CD15F1-FA0D-44DC-A63D-ECA5DF509688}" destId="{BEE69E6A-9707-4578-94AC-9AE6C348DF93}" srcOrd="2" destOrd="0" presId="urn:microsoft.com/office/officeart/2005/8/layout/vList2"/>
    <dgm:cxn modelId="{A4EF3120-A060-498B-BD76-A991424B8CFB}" type="presParOf" srcId="{91CD15F1-FA0D-44DC-A63D-ECA5DF509688}" destId="{B5F35077-D103-4BEA-A778-F589EEBDD389}" srcOrd="3" destOrd="0" presId="urn:microsoft.com/office/officeart/2005/8/layout/vList2"/>
    <dgm:cxn modelId="{6A579032-2C89-4A60-BC1B-AB059A3D8354}" type="presParOf" srcId="{91CD15F1-FA0D-44DC-A63D-ECA5DF509688}" destId="{AC64C5B0-CD5D-4633-A3E4-9A608AFE1056}" srcOrd="4" destOrd="0" presId="urn:microsoft.com/office/officeart/2005/8/layout/vList2"/>
    <dgm:cxn modelId="{6884945E-233F-44CC-B80B-7E3889784CF3}" type="presParOf" srcId="{91CD15F1-FA0D-44DC-A63D-ECA5DF509688}" destId="{934436A0-2123-4222-8BD0-7C4674411F78}" srcOrd="5" destOrd="0" presId="urn:microsoft.com/office/officeart/2005/8/layout/vList2"/>
    <dgm:cxn modelId="{4CE54799-4408-4C31-ACBD-A8418AAB29FE}" type="presParOf" srcId="{91CD15F1-FA0D-44DC-A63D-ECA5DF509688}" destId="{A57FDE86-903F-4A3A-9B7F-8F82C165D6A7}" srcOrd="6" destOrd="0" presId="urn:microsoft.com/office/officeart/2005/8/layout/vList2"/>
    <dgm:cxn modelId="{E4191222-C57C-4F22-BB91-0E64D99A3A13}" type="presParOf" srcId="{91CD15F1-FA0D-44DC-A63D-ECA5DF509688}" destId="{9EB50851-D9B4-423B-98A8-E22CA13798EF}" srcOrd="7" destOrd="0" presId="urn:microsoft.com/office/officeart/2005/8/layout/vList2"/>
    <dgm:cxn modelId="{EE2BBA6A-E7C8-4556-BE6B-2708430740FE}" type="presParOf" srcId="{91CD15F1-FA0D-44DC-A63D-ECA5DF509688}" destId="{95798A6D-6C55-420F-9C6E-ADEA96A5396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Aktuelle Stand im CFT Portale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Richtlinien für das CFT Portale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 err="1"/>
            <a:t>Logging</a:t>
          </a:r>
          <a:r>
            <a:rPr lang="de-DE" dirty="0"/>
            <a:t> Allgemein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Herausforderungen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/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>
        <a:solidFill>
          <a:schemeClr val="bg1"/>
        </a:solidFill>
      </dgm:spPr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>
        <a:solidFill>
          <a:srgbClr val="8E969D"/>
        </a:solidFill>
      </dgm:spPr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/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/>
    </dgm:pt>
  </dgm:ptLst>
  <dgm:cxnLst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367EE739-DB43-4C90-A230-351AADF7C3A0}" type="presOf" srcId="{5996AE49-9E4D-42D5-887B-5A9C97427805}" destId="{20AC5343-B263-453E-9113-2FDE30C5DDA3}" srcOrd="0" destOrd="0" presId="urn:microsoft.com/office/officeart/2008/layout/VerticalCurvedList"/>
    <dgm:cxn modelId="{024C1344-713A-45B7-8F03-C41D8C44F13B}" type="presOf" srcId="{6997EDF3-F16D-45F3-989D-7070DEC904FD}" destId="{184C3F63-B329-4564-9150-04495D528D5E}" srcOrd="0" destOrd="0" presId="urn:microsoft.com/office/officeart/2008/layout/VerticalCurvedList"/>
    <dgm:cxn modelId="{009B7C77-246A-4A4C-A19F-7616ADD52DC6}" type="presOf" srcId="{B1C54EDB-27F1-4D0B-A8E2-EBCDA053C028}" destId="{F78AEB79-CB02-4F89-81BD-172C796338E9}" srcOrd="0" destOrd="0" presId="urn:microsoft.com/office/officeart/2008/layout/VerticalCurvedList"/>
    <dgm:cxn modelId="{D3F79279-C73E-4300-AD37-03C4FC11CBAD}" type="presOf" srcId="{A3914A9D-F3DE-4214-AC4F-18E69F46FB9A}" destId="{683AB623-CBA8-434C-A473-B12BC6E9C2E0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78F0FC91-D2D4-4B62-8430-754793848427}" type="presOf" srcId="{3761138B-2241-4F22-9709-C27A0E843D65}" destId="{21AB6E52-E6FB-439F-90D2-48CFDCEA222C}" srcOrd="0" destOrd="0" presId="urn:microsoft.com/office/officeart/2008/layout/VerticalCurvedList"/>
    <dgm:cxn modelId="{763B45C0-02E1-4FEB-83F4-9C577B196510}" type="presOf" srcId="{86B87B53-EBC9-40E5-9DA1-78E3F32D75E7}" destId="{85D374A2-4262-410F-800B-988A373C62C6}" srcOrd="0" destOrd="0" presId="urn:microsoft.com/office/officeart/2008/layout/VerticalCurvedList"/>
    <dgm:cxn modelId="{CC101EDA-9A3D-45AB-BD4C-98E424077EBE}" type="presOf" srcId="{F62B63FE-BD36-48FD-9F99-256A18A94D4C}" destId="{A24FD770-614A-41B5-A9CA-569C7386B1D0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5DD8AFF4-D5D9-43EB-8771-72EA56A119D4}" type="presOf" srcId="{EA1FEA3B-3E93-4B0F-8584-A0D43A46236B}" destId="{6CB10B2F-9879-444C-B4A0-F363ABCA091A}" srcOrd="0" destOrd="0" presId="urn:microsoft.com/office/officeart/2008/layout/VerticalCurvedList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EDEFCBC5-8FEC-47E9-A09D-B9D52DAB4175}" type="presParOf" srcId="{184C3F63-B329-4564-9150-04495D528D5E}" destId="{0633A375-2783-4609-93BE-C7D03BF2A340}" srcOrd="0" destOrd="0" presId="urn:microsoft.com/office/officeart/2008/layout/VerticalCurvedList"/>
    <dgm:cxn modelId="{0FF0A698-CDDC-491A-9838-B1783E1D2C8E}" type="presParOf" srcId="{0633A375-2783-4609-93BE-C7D03BF2A340}" destId="{868EE911-B357-43D6-8DEE-E3411972FFCF}" srcOrd="0" destOrd="0" presId="urn:microsoft.com/office/officeart/2008/layout/VerticalCurvedList"/>
    <dgm:cxn modelId="{847B6781-DB62-43F4-AA21-DB582842B91F}" type="presParOf" srcId="{868EE911-B357-43D6-8DEE-E3411972FFCF}" destId="{171243DC-6A53-42DA-9A24-6E56CCCC6113}" srcOrd="0" destOrd="0" presId="urn:microsoft.com/office/officeart/2008/layout/VerticalCurvedList"/>
    <dgm:cxn modelId="{A7FE3A25-C0E6-4A57-8C2D-6E661D07ABFC}" type="presParOf" srcId="{868EE911-B357-43D6-8DEE-E3411972FFCF}" destId="{21AB6E52-E6FB-439F-90D2-48CFDCEA222C}" srcOrd="1" destOrd="0" presId="urn:microsoft.com/office/officeart/2008/layout/VerticalCurvedList"/>
    <dgm:cxn modelId="{AF8ABBDB-5134-47B7-84D6-61A24495CE17}" type="presParOf" srcId="{868EE911-B357-43D6-8DEE-E3411972FFCF}" destId="{1AC5ED35-CCCE-4059-8032-00F52D5D52EA}" srcOrd="2" destOrd="0" presId="urn:microsoft.com/office/officeart/2008/layout/VerticalCurvedList"/>
    <dgm:cxn modelId="{C3D5B8CA-4277-4C8D-9B66-85A3A1CD242C}" type="presParOf" srcId="{868EE911-B357-43D6-8DEE-E3411972FFCF}" destId="{1DF41974-BF5B-43AE-AAC8-3EA9A4644019}" srcOrd="3" destOrd="0" presId="urn:microsoft.com/office/officeart/2008/layout/VerticalCurvedList"/>
    <dgm:cxn modelId="{7B42A8AD-27F0-4272-94F2-D01969FF3AF7}" type="presParOf" srcId="{0633A375-2783-4609-93BE-C7D03BF2A340}" destId="{6CB10B2F-9879-444C-B4A0-F363ABCA091A}" srcOrd="1" destOrd="0" presId="urn:microsoft.com/office/officeart/2008/layout/VerticalCurvedList"/>
    <dgm:cxn modelId="{603FC083-62BF-42B6-860F-7E981C47C911}" type="presParOf" srcId="{0633A375-2783-4609-93BE-C7D03BF2A340}" destId="{D7CB13C4-E59D-4B93-AF70-475CD78A872A}" srcOrd="2" destOrd="0" presId="urn:microsoft.com/office/officeart/2008/layout/VerticalCurvedList"/>
    <dgm:cxn modelId="{D4D564FE-4C2F-45C8-821F-9DCE63BC0EAA}" type="presParOf" srcId="{D7CB13C4-E59D-4B93-AF70-475CD78A872A}" destId="{C0EBFD42-BEF6-4EE7-9E97-B792EC2750B1}" srcOrd="0" destOrd="0" presId="urn:microsoft.com/office/officeart/2008/layout/VerticalCurvedList"/>
    <dgm:cxn modelId="{B086CE73-4D6C-4C65-9420-531724357879}" type="presParOf" srcId="{0633A375-2783-4609-93BE-C7D03BF2A340}" destId="{20AC5343-B263-453E-9113-2FDE30C5DDA3}" srcOrd="3" destOrd="0" presId="urn:microsoft.com/office/officeart/2008/layout/VerticalCurvedList"/>
    <dgm:cxn modelId="{22B65FAC-A63C-4A6A-BD2F-6678A16B6E49}" type="presParOf" srcId="{0633A375-2783-4609-93BE-C7D03BF2A340}" destId="{922875A5-CDDA-482F-ADD9-3E2FF10E006C}" srcOrd="4" destOrd="0" presId="urn:microsoft.com/office/officeart/2008/layout/VerticalCurvedList"/>
    <dgm:cxn modelId="{C3485BDA-D2D2-4D55-8EC4-633FFADECE14}" type="presParOf" srcId="{922875A5-CDDA-482F-ADD9-3E2FF10E006C}" destId="{EF89F8C3-A96D-4BF5-88D8-8F94599E533C}" srcOrd="0" destOrd="0" presId="urn:microsoft.com/office/officeart/2008/layout/VerticalCurvedList"/>
    <dgm:cxn modelId="{9C3EF057-C488-4046-9122-A68FFC74D27D}" type="presParOf" srcId="{0633A375-2783-4609-93BE-C7D03BF2A340}" destId="{A24FD770-614A-41B5-A9CA-569C7386B1D0}" srcOrd="5" destOrd="0" presId="urn:microsoft.com/office/officeart/2008/layout/VerticalCurvedList"/>
    <dgm:cxn modelId="{1462174D-149A-449B-80CB-1B5622D92E5C}" type="presParOf" srcId="{0633A375-2783-4609-93BE-C7D03BF2A340}" destId="{2D0F9BE1-7440-4BC4-A53A-B1C4E3A913CE}" srcOrd="6" destOrd="0" presId="urn:microsoft.com/office/officeart/2008/layout/VerticalCurvedList"/>
    <dgm:cxn modelId="{43059A02-B394-4B15-97A3-2827BCFEAE21}" type="presParOf" srcId="{2D0F9BE1-7440-4BC4-A53A-B1C4E3A913CE}" destId="{B64BA658-EE10-4819-B2E3-5AC54DC5B199}" srcOrd="0" destOrd="0" presId="urn:microsoft.com/office/officeart/2008/layout/VerticalCurvedList"/>
    <dgm:cxn modelId="{BB5B0395-CBBC-4390-961D-AC288F4953E2}" type="presParOf" srcId="{0633A375-2783-4609-93BE-C7D03BF2A340}" destId="{85D374A2-4262-410F-800B-988A373C62C6}" srcOrd="7" destOrd="0" presId="urn:microsoft.com/office/officeart/2008/layout/VerticalCurvedList"/>
    <dgm:cxn modelId="{34CEDD96-4251-49C4-940C-D0B6E8711730}" type="presParOf" srcId="{0633A375-2783-4609-93BE-C7D03BF2A340}" destId="{661C954E-078F-4CEE-B38C-6E786FCE7030}" srcOrd="8" destOrd="0" presId="urn:microsoft.com/office/officeart/2008/layout/VerticalCurvedList"/>
    <dgm:cxn modelId="{12A241BF-09FA-46B4-A023-C76905D29E90}" type="presParOf" srcId="{661C954E-078F-4CEE-B38C-6E786FCE7030}" destId="{8E3A7CF7-7B13-480D-8426-B0C0046E4C26}" srcOrd="0" destOrd="0" presId="urn:microsoft.com/office/officeart/2008/layout/VerticalCurvedList"/>
    <dgm:cxn modelId="{6767D8F8-913D-4385-BC03-86F8599390B4}" type="presParOf" srcId="{0633A375-2783-4609-93BE-C7D03BF2A340}" destId="{F78AEB79-CB02-4F89-81BD-172C796338E9}" srcOrd="9" destOrd="0" presId="urn:microsoft.com/office/officeart/2008/layout/VerticalCurvedList"/>
    <dgm:cxn modelId="{71C8B41D-F1B9-4356-92A4-D4453E384FA1}" type="presParOf" srcId="{0633A375-2783-4609-93BE-C7D03BF2A340}" destId="{B3095D8B-7D1A-4FB6-B7C2-7213BEC7CBE2}" srcOrd="10" destOrd="0" presId="urn:microsoft.com/office/officeart/2008/layout/VerticalCurvedList"/>
    <dgm:cxn modelId="{C2EE9915-74C1-4F40-B6B6-272A71125038}" type="presParOf" srcId="{B3095D8B-7D1A-4FB6-B7C2-7213BEC7CBE2}" destId="{3CB56FDF-A779-4321-9317-BB61FA016D61}" srcOrd="0" destOrd="0" presId="urn:microsoft.com/office/officeart/2008/layout/VerticalCurvedList"/>
    <dgm:cxn modelId="{B6CC8C27-3536-4D58-BFA0-402537FF9B1E}" type="presParOf" srcId="{0633A375-2783-4609-93BE-C7D03BF2A340}" destId="{683AB623-CBA8-434C-A473-B12BC6E9C2E0}" srcOrd="11" destOrd="0" presId="urn:microsoft.com/office/officeart/2008/layout/VerticalCurvedList"/>
    <dgm:cxn modelId="{7EF941E4-E96A-4886-8C52-CF44D19B6DD1}" type="presParOf" srcId="{0633A375-2783-4609-93BE-C7D03BF2A340}" destId="{0990E579-A375-427D-A58D-80A4D47A484E}" srcOrd="12" destOrd="0" presId="urn:microsoft.com/office/officeart/2008/layout/VerticalCurvedList"/>
    <dgm:cxn modelId="{893A5AF6-95B3-4C4C-AA23-B4F161760581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/>
      <dgm:spPr/>
      <dgm:t>
        <a:bodyPr/>
        <a:lstStyle/>
        <a:p>
          <a:r>
            <a:rPr lang="de-DE" dirty="0" err="1"/>
            <a:t>Program</a:t>
          </a:r>
          <a:r>
            <a:rPr lang="de-DE" dirty="0"/>
            <a:t> Operation</a:t>
          </a:r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811800F1-D792-4671-8A98-22ACB524E3FF}">
      <dgm:prSet phldrT="[Text]"/>
      <dgm:spPr/>
      <dgm:t>
        <a:bodyPr/>
        <a:lstStyle/>
        <a:p>
          <a:r>
            <a:rPr lang="de-DE" dirty="0" err="1"/>
            <a:t>Semantic</a:t>
          </a:r>
          <a:r>
            <a:rPr lang="de-DE" dirty="0"/>
            <a:t> Description</a:t>
          </a:r>
        </a:p>
      </dgm:t>
    </dgm:pt>
    <dgm:pt modelId="{AEBB4880-8230-4810-973A-C20BEF0B8772}" type="parTrans" cxnId="{EE04D363-3576-454E-87B7-2DF4192A5F42}">
      <dgm:prSet/>
      <dgm:spPr/>
      <dgm:t>
        <a:bodyPr/>
        <a:lstStyle/>
        <a:p>
          <a:endParaRPr lang="de-DE"/>
        </a:p>
      </dgm:t>
    </dgm:pt>
    <dgm:pt modelId="{B8CF19FA-5D36-4186-A4BB-DDDD2676019C}" type="sibTrans" cxnId="{EE04D363-3576-454E-87B7-2DF4192A5F42}">
      <dgm:prSet/>
      <dgm:spPr/>
      <dgm:t>
        <a:bodyPr/>
        <a:lstStyle/>
        <a:p>
          <a:endParaRPr lang="de-DE"/>
        </a:p>
      </dgm:t>
    </dgm:pt>
    <dgm:pt modelId="{AC0D0EF0-577A-4496-A30A-F443F787CA1E}">
      <dgm:prSet phldrT="[Text]"/>
      <dgm:spPr/>
      <dgm:t>
        <a:bodyPr/>
        <a:lstStyle/>
        <a:p>
          <a:r>
            <a:rPr lang="de-DE" dirty="0"/>
            <a:t>Error Message</a:t>
          </a:r>
        </a:p>
      </dgm:t>
    </dgm:pt>
    <dgm:pt modelId="{170BD27B-05BF-4CE5-8C27-D11A05CEDE09}" type="parTrans" cxnId="{87429CAD-767B-49C1-ADBE-095FCE85A79E}">
      <dgm:prSet/>
      <dgm:spPr/>
      <dgm:t>
        <a:bodyPr/>
        <a:lstStyle/>
        <a:p>
          <a:endParaRPr lang="de-DE"/>
        </a:p>
      </dgm:t>
    </dgm:pt>
    <dgm:pt modelId="{A7680542-9205-47E8-95D3-36669C49B29E}" type="sibTrans" cxnId="{87429CAD-767B-49C1-ADBE-095FCE85A79E}">
      <dgm:prSet/>
      <dgm:spPr/>
      <dgm:t>
        <a:bodyPr/>
        <a:lstStyle/>
        <a:p>
          <a:endParaRPr lang="de-DE"/>
        </a:p>
      </dgm:t>
    </dgm:pt>
    <dgm:pt modelId="{3FAE78D4-08B9-42B1-8ADC-D4EB22DCAB54}">
      <dgm:prSet phldrT="[Text]"/>
      <dgm:spPr/>
      <dgm:t>
        <a:bodyPr/>
        <a:lstStyle/>
        <a:p>
          <a:r>
            <a:rPr lang="de-DE" dirty="0"/>
            <a:t>Beschreibung des ablaufenden Codes</a:t>
          </a:r>
        </a:p>
      </dgm:t>
    </dgm:pt>
    <dgm:pt modelId="{8263D606-F8D9-4267-9B65-C77705D43E9C}" type="parTrans" cxnId="{703F5EF4-C7A6-4D68-8384-A4DAC21F6AAA}">
      <dgm:prSet/>
      <dgm:spPr/>
      <dgm:t>
        <a:bodyPr/>
        <a:lstStyle/>
        <a:p>
          <a:endParaRPr lang="de-DE"/>
        </a:p>
      </dgm:t>
    </dgm:pt>
    <dgm:pt modelId="{15156FB5-401B-4482-B580-8A09AF4E3626}" type="sibTrans" cxnId="{703F5EF4-C7A6-4D68-8384-A4DAC21F6AAA}">
      <dgm:prSet/>
      <dgm:spPr/>
      <dgm:t>
        <a:bodyPr/>
        <a:lstStyle/>
        <a:p>
          <a:endParaRPr lang="de-DE"/>
        </a:p>
      </dgm:t>
    </dgm:pt>
    <dgm:pt modelId="{75E18416-4F79-4EDC-BCFD-EE316E417639}">
      <dgm:prSet phldrT="[Text]"/>
      <dgm:spPr/>
      <dgm:t>
        <a:bodyPr/>
        <a:lstStyle/>
        <a:p>
          <a:r>
            <a:rPr lang="de-DE" dirty="0" err="1"/>
            <a:t>Current</a:t>
          </a:r>
          <a:r>
            <a:rPr lang="de-DE" dirty="0"/>
            <a:t> </a:t>
          </a:r>
          <a:r>
            <a:rPr lang="de-DE" dirty="0" err="1"/>
            <a:t>operation</a:t>
          </a:r>
          <a:endParaRPr lang="de-DE" dirty="0"/>
        </a:p>
      </dgm:t>
    </dgm:pt>
    <dgm:pt modelId="{E3923B7B-B368-48B1-A9F8-074018F5B88E}" type="parTrans" cxnId="{74C40066-A43D-440B-892F-E9860E23DE29}">
      <dgm:prSet/>
      <dgm:spPr/>
      <dgm:t>
        <a:bodyPr/>
        <a:lstStyle/>
        <a:p>
          <a:endParaRPr lang="de-DE"/>
        </a:p>
      </dgm:t>
    </dgm:pt>
    <dgm:pt modelId="{E2634F39-1C20-45F0-A1EE-00B16990C15D}" type="sibTrans" cxnId="{74C40066-A43D-440B-892F-E9860E23DE29}">
      <dgm:prSet/>
      <dgm:spPr/>
      <dgm:t>
        <a:bodyPr/>
        <a:lstStyle/>
        <a:p>
          <a:endParaRPr lang="de-DE"/>
        </a:p>
      </dgm:t>
    </dgm:pt>
    <dgm:pt modelId="{D7ECFEAD-DE44-4EDB-8F35-6EA0F6F78816}">
      <dgm:prSet phldrT="[Text]"/>
      <dgm:spPr/>
      <dgm:t>
        <a:bodyPr/>
        <a:lstStyle/>
        <a:p>
          <a:r>
            <a:rPr lang="de-DE" dirty="0"/>
            <a:t>Next </a:t>
          </a:r>
          <a:r>
            <a:rPr lang="de-DE" dirty="0" err="1"/>
            <a:t>operation</a:t>
          </a:r>
          <a:endParaRPr lang="de-DE" dirty="0"/>
        </a:p>
      </dgm:t>
    </dgm:pt>
    <dgm:pt modelId="{70CF5377-450A-4959-9F1B-552641EEFD24}" type="parTrans" cxnId="{E290B48B-D509-4308-9980-5D86D9817C72}">
      <dgm:prSet/>
      <dgm:spPr/>
      <dgm:t>
        <a:bodyPr/>
        <a:lstStyle/>
        <a:p>
          <a:endParaRPr lang="de-DE"/>
        </a:p>
      </dgm:t>
    </dgm:pt>
    <dgm:pt modelId="{65469FB7-7A18-4DEE-AEF7-8F78A5E2B814}" type="sibTrans" cxnId="{E290B48B-D509-4308-9980-5D86D9817C72}">
      <dgm:prSet/>
      <dgm:spPr/>
      <dgm:t>
        <a:bodyPr/>
        <a:lstStyle/>
        <a:p>
          <a:endParaRPr lang="de-DE"/>
        </a:p>
      </dgm:t>
    </dgm:pt>
    <dgm:pt modelId="{5AEDD41B-E66E-47F7-B8C5-542CE5BA8D12}">
      <dgm:prSet phldrT="[Text]"/>
      <dgm:spPr/>
      <dgm:t>
        <a:bodyPr/>
        <a:lstStyle/>
        <a:p>
          <a:r>
            <a:rPr lang="de-DE" dirty="0" err="1"/>
            <a:t>Completed</a:t>
          </a:r>
          <a:r>
            <a:rPr lang="de-DE" dirty="0"/>
            <a:t> </a:t>
          </a:r>
          <a:r>
            <a:rPr lang="de-DE" dirty="0" err="1"/>
            <a:t>operation</a:t>
          </a:r>
          <a:endParaRPr lang="de-DE" dirty="0"/>
        </a:p>
      </dgm:t>
    </dgm:pt>
    <dgm:pt modelId="{67EBA72E-D8AA-409D-897E-20A725565531}" type="parTrans" cxnId="{1F6FDA7A-DD97-4F76-80F1-33D2AA1418DD}">
      <dgm:prSet/>
      <dgm:spPr/>
      <dgm:t>
        <a:bodyPr/>
        <a:lstStyle/>
        <a:p>
          <a:endParaRPr lang="de-DE"/>
        </a:p>
      </dgm:t>
    </dgm:pt>
    <dgm:pt modelId="{7CD10E95-C2D5-414D-B222-A0B63354CE63}" type="sibTrans" cxnId="{1F6FDA7A-DD97-4F76-80F1-33D2AA1418DD}">
      <dgm:prSet/>
      <dgm:spPr/>
      <dgm:t>
        <a:bodyPr/>
        <a:lstStyle/>
        <a:p>
          <a:endParaRPr lang="de-DE"/>
        </a:p>
      </dgm:t>
    </dgm:pt>
    <dgm:pt modelId="{65F5E941-82F7-4C88-96D9-195C4FAB739E}">
      <dgm:prSet phldrT="[Text]"/>
      <dgm:spPr/>
      <dgm:t>
        <a:bodyPr/>
        <a:lstStyle/>
        <a:p>
          <a:r>
            <a:rPr lang="de-DE" dirty="0"/>
            <a:t>Beschreibung von Fehlern</a:t>
          </a:r>
        </a:p>
      </dgm:t>
    </dgm:pt>
    <dgm:pt modelId="{87BA1185-2690-4268-BB89-91DE962DE8BA}" type="parTrans" cxnId="{48CB3066-A28E-4178-B5E9-408EB064EC47}">
      <dgm:prSet/>
      <dgm:spPr/>
      <dgm:t>
        <a:bodyPr/>
        <a:lstStyle/>
        <a:p>
          <a:endParaRPr lang="de-DE"/>
        </a:p>
      </dgm:t>
    </dgm:pt>
    <dgm:pt modelId="{CCD2B075-D6B2-46F5-9642-8C5B33D4F433}" type="sibTrans" cxnId="{48CB3066-A28E-4178-B5E9-408EB064EC47}">
      <dgm:prSet/>
      <dgm:spPr/>
      <dgm:t>
        <a:bodyPr/>
        <a:lstStyle/>
        <a:p>
          <a:endParaRPr lang="de-DE"/>
        </a:p>
      </dgm:t>
    </dgm:pt>
    <dgm:pt modelId="{4A28E815-9057-442B-984A-183F77D3419E}">
      <dgm:prSet phldrT="[Text]"/>
      <dgm:spPr/>
      <dgm:t>
        <a:bodyPr/>
        <a:lstStyle/>
        <a:p>
          <a:r>
            <a:rPr lang="de-DE" dirty="0" err="1"/>
            <a:t>Exception</a:t>
          </a:r>
          <a:endParaRPr lang="de-DE" dirty="0"/>
        </a:p>
      </dgm:t>
    </dgm:pt>
    <dgm:pt modelId="{38DE381A-F08E-466A-B2F1-11B8207B4F96}" type="parTrans" cxnId="{3E4C0EFA-3BFA-498A-ABCC-274683700B0E}">
      <dgm:prSet/>
      <dgm:spPr/>
      <dgm:t>
        <a:bodyPr/>
        <a:lstStyle/>
        <a:p>
          <a:endParaRPr lang="de-DE"/>
        </a:p>
      </dgm:t>
    </dgm:pt>
    <dgm:pt modelId="{87C74915-64C9-4EF5-9029-122D46B92A27}" type="sibTrans" cxnId="{3E4C0EFA-3BFA-498A-ABCC-274683700B0E}">
      <dgm:prSet/>
      <dgm:spPr/>
      <dgm:t>
        <a:bodyPr/>
        <a:lstStyle/>
        <a:p>
          <a:endParaRPr lang="de-DE"/>
        </a:p>
      </dgm:t>
    </dgm:pt>
    <dgm:pt modelId="{CD16C01D-3E08-4976-B4E3-EDF96F88FB71}">
      <dgm:prSet phldrT="[Text]"/>
      <dgm:spPr/>
      <dgm:t>
        <a:bodyPr/>
        <a:lstStyle/>
        <a:p>
          <a:r>
            <a:rPr lang="de-DE" dirty="0"/>
            <a:t>Value-Check</a:t>
          </a:r>
        </a:p>
      </dgm:t>
    </dgm:pt>
    <dgm:pt modelId="{FE9ED28A-FA82-46AB-9601-4FF0308A98D4}" type="parTrans" cxnId="{35D9DDD8-74D1-47C1-B09E-5062BFD2D432}">
      <dgm:prSet/>
      <dgm:spPr/>
      <dgm:t>
        <a:bodyPr/>
        <a:lstStyle/>
        <a:p>
          <a:endParaRPr lang="de-DE"/>
        </a:p>
      </dgm:t>
    </dgm:pt>
    <dgm:pt modelId="{EDCB66A6-48FC-4324-A3C1-CA7A403E2B6C}" type="sibTrans" cxnId="{35D9DDD8-74D1-47C1-B09E-5062BFD2D432}">
      <dgm:prSet/>
      <dgm:spPr/>
      <dgm:t>
        <a:bodyPr/>
        <a:lstStyle/>
        <a:p>
          <a:endParaRPr lang="de-DE"/>
        </a:p>
      </dgm:t>
    </dgm:pt>
    <dgm:pt modelId="{54C56B43-4A73-44F2-8C0F-0F112E840A03}">
      <dgm:prSet phldrT="[Text]"/>
      <dgm:spPr/>
      <dgm:t>
        <a:bodyPr/>
        <a:lstStyle/>
        <a:p>
          <a:r>
            <a:rPr lang="de-DE" dirty="0"/>
            <a:t>Semantische Beschreibung</a:t>
          </a:r>
        </a:p>
      </dgm:t>
    </dgm:pt>
    <dgm:pt modelId="{D92DF364-9B2D-4189-8A43-EF9EE3932C7F}" type="parTrans" cxnId="{22EE7F7F-5968-4995-8758-866A417CF7C5}">
      <dgm:prSet/>
      <dgm:spPr/>
      <dgm:t>
        <a:bodyPr/>
        <a:lstStyle/>
        <a:p>
          <a:endParaRPr lang="de-DE"/>
        </a:p>
      </dgm:t>
    </dgm:pt>
    <dgm:pt modelId="{A1C8F88B-1193-4ABC-998D-1658FFB2AB1A}" type="sibTrans" cxnId="{22EE7F7F-5968-4995-8758-866A417CF7C5}">
      <dgm:prSet/>
      <dgm:spPr/>
      <dgm:t>
        <a:bodyPr/>
        <a:lstStyle/>
        <a:p>
          <a:endParaRPr lang="de-DE"/>
        </a:p>
      </dgm:t>
    </dgm:pt>
    <dgm:pt modelId="{68083B97-B50E-4693-AB9D-197DD9889C65}">
      <dgm:prSet phldrT="[Text]"/>
      <dgm:spPr/>
      <dgm:t>
        <a:bodyPr/>
        <a:lstStyle/>
        <a:p>
          <a:r>
            <a:rPr lang="de-DE" dirty="0"/>
            <a:t>Variable </a:t>
          </a:r>
          <a:r>
            <a:rPr lang="de-DE" dirty="0" err="1"/>
            <a:t>description</a:t>
          </a:r>
          <a:endParaRPr lang="de-DE" dirty="0"/>
        </a:p>
      </dgm:t>
    </dgm:pt>
    <dgm:pt modelId="{EA2B9E2E-D768-4B5B-814A-95296EFEAE68}" type="parTrans" cxnId="{B0CCC735-E4BC-4445-8F7F-FA86F5E79C69}">
      <dgm:prSet/>
      <dgm:spPr/>
      <dgm:t>
        <a:bodyPr/>
        <a:lstStyle/>
        <a:p>
          <a:endParaRPr lang="de-DE"/>
        </a:p>
      </dgm:t>
    </dgm:pt>
    <dgm:pt modelId="{92D3DB5D-1400-400C-99D6-1C1D59ECA4F0}" type="sibTrans" cxnId="{B0CCC735-E4BC-4445-8F7F-FA86F5E79C69}">
      <dgm:prSet/>
      <dgm:spPr/>
      <dgm:t>
        <a:bodyPr/>
        <a:lstStyle/>
        <a:p>
          <a:endParaRPr lang="de-DE"/>
        </a:p>
      </dgm:t>
    </dgm:pt>
    <dgm:pt modelId="{1673D25E-B0E8-42D1-A7C1-63604990ECA6}">
      <dgm:prSet phldrT="[Text]"/>
      <dgm:spPr/>
      <dgm:t>
        <a:bodyPr/>
        <a:lstStyle/>
        <a:p>
          <a:r>
            <a:rPr lang="de-DE" dirty="0" err="1"/>
            <a:t>Function</a:t>
          </a:r>
          <a:r>
            <a:rPr lang="de-DE" dirty="0"/>
            <a:t> </a:t>
          </a:r>
          <a:r>
            <a:rPr lang="de-DE" dirty="0" err="1"/>
            <a:t>description</a:t>
          </a:r>
          <a:endParaRPr lang="de-DE" dirty="0"/>
        </a:p>
      </dgm:t>
    </dgm:pt>
    <dgm:pt modelId="{00BA278C-52B1-48E0-84AC-E6D0931E0053}" type="parTrans" cxnId="{77772951-D5F4-4BA2-A6AD-C0795E243273}">
      <dgm:prSet/>
      <dgm:spPr/>
      <dgm:t>
        <a:bodyPr/>
        <a:lstStyle/>
        <a:p>
          <a:endParaRPr lang="de-DE"/>
        </a:p>
      </dgm:t>
    </dgm:pt>
    <dgm:pt modelId="{1E376BB7-32A6-4214-8E5D-3F550C6AAAEA}" type="sibTrans" cxnId="{77772951-D5F4-4BA2-A6AD-C0795E243273}">
      <dgm:prSet/>
      <dgm:spPr/>
      <dgm:t>
        <a:bodyPr/>
        <a:lstStyle/>
        <a:p>
          <a:endParaRPr lang="de-DE"/>
        </a:p>
      </dgm:t>
    </dgm:pt>
    <dgm:pt modelId="{F0F77139-6924-4D22-981E-8E30612DF6B2}">
      <dgm:prSet phldrT="[Text]"/>
      <dgm:spPr/>
      <dgm:t>
        <a:bodyPr/>
        <a:lstStyle/>
        <a:p>
          <a:r>
            <a:rPr lang="de-DE" dirty="0" err="1"/>
            <a:t>Branch</a:t>
          </a:r>
          <a:r>
            <a:rPr lang="de-DE" dirty="0"/>
            <a:t> </a:t>
          </a:r>
          <a:r>
            <a:rPr lang="de-DE" dirty="0" err="1"/>
            <a:t>description</a:t>
          </a:r>
          <a:endParaRPr lang="de-DE" dirty="0"/>
        </a:p>
      </dgm:t>
    </dgm:pt>
    <dgm:pt modelId="{E827D19B-C2A9-4991-83B9-42EF621B0267}" type="parTrans" cxnId="{8BFCDBF6-A523-4B6A-9707-B5045C24552F}">
      <dgm:prSet/>
      <dgm:spPr/>
      <dgm:t>
        <a:bodyPr/>
        <a:lstStyle/>
        <a:p>
          <a:endParaRPr lang="de-DE"/>
        </a:p>
      </dgm:t>
    </dgm:pt>
    <dgm:pt modelId="{2B9A1819-5F81-4B4D-A6D6-AF5DBE9813A1}" type="sibTrans" cxnId="{8BFCDBF6-A523-4B6A-9707-B5045C24552F}">
      <dgm:prSet/>
      <dgm:spPr/>
      <dgm:t>
        <a:bodyPr/>
        <a:lstStyle/>
        <a:p>
          <a:endParaRPr lang="de-DE"/>
        </a:p>
      </dgm:t>
    </dgm:pt>
    <dgm:pt modelId="{91CD15F1-FA0D-44DC-A63D-ECA5DF509688}" type="pres">
      <dgm:prSet presAssocID="{F95EEEA6-80DC-4C2F-A2FC-D1A31FCB322E}" presName="linear" presStyleCnt="0">
        <dgm:presLayoutVars>
          <dgm:animLvl val="lvl"/>
          <dgm:resizeHandles val="exact"/>
        </dgm:presLayoutVars>
      </dgm:prSet>
      <dgm:spPr/>
    </dgm:pt>
    <dgm:pt modelId="{E3716B09-971D-40F3-A5AF-A3AB2FF637FC}" type="pres">
      <dgm:prSet presAssocID="{B6E43522-BE96-4F69-BBAD-FC911A0351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7462731-09A8-44F4-A891-8C17A1D5D7CA}" type="pres">
      <dgm:prSet presAssocID="{B6E43522-BE96-4F69-BBAD-FC911A035191}" presName="childText" presStyleLbl="revTx" presStyleIdx="0" presStyleCnt="3">
        <dgm:presLayoutVars>
          <dgm:bulletEnabled val="1"/>
        </dgm:presLayoutVars>
      </dgm:prSet>
      <dgm:spPr/>
    </dgm:pt>
    <dgm:pt modelId="{BEE69E6A-9707-4578-94AC-9AE6C348DF93}" type="pres">
      <dgm:prSet presAssocID="{AC0D0EF0-577A-4496-A30A-F443F787CA1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F35077-D103-4BEA-A778-F589EEBDD389}" type="pres">
      <dgm:prSet presAssocID="{AC0D0EF0-577A-4496-A30A-F443F787CA1E}" presName="childText" presStyleLbl="revTx" presStyleIdx="1" presStyleCnt="3">
        <dgm:presLayoutVars>
          <dgm:bulletEnabled val="1"/>
        </dgm:presLayoutVars>
      </dgm:prSet>
      <dgm:spPr/>
    </dgm:pt>
    <dgm:pt modelId="{AC64C5B0-CD5D-4633-A3E4-9A608AFE1056}" type="pres">
      <dgm:prSet presAssocID="{811800F1-D792-4671-8A98-22ACB524E3F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34436A0-2123-4222-8BD0-7C4674411F78}" type="pres">
      <dgm:prSet presAssocID="{811800F1-D792-4671-8A98-22ACB524E3F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EDF360C-2B04-4166-86D5-6E1C1D1E0A0D}" type="presOf" srcId="{CD16C01D-3E08-4976-B4E3-EDF96F88FB71}" destId="{B5F35077-D103-4BEA-A778-F589EEBDD389}" srcOrd="0" destOrd="2" presId="urn:microsoft.com/office/officeart/2005/8/layout/vList2"/>
    <dgm:cxn modelId="{BF70D619-D4BD-4AD9-BB94-D85856161769}" srcId="{F95EEEA6-80DC-4C2F-A2FC-D1A31FCB322E}" destId="{B6E43522-BE96-4F69-BBAD-FC911A035191}" srcOrd="0" destOrd="0" parTransId="{87FA34B1-728C-4FE2-B543-5B57439D1063}" sibTransId="{328B7052-87F7-4920-A2B5-7F2998AB44C4}"/>
    <dgm:cxn modelId="{3A0B1122-34F2-48CD-A5DF-57DB68685B96}" type="presOf" srcId="{811800F1-D792-4671-8A98-22ACB524E3FF}" destId="{AC64C5B0-CD5D-4633-A3E4-9A608AFE1056}" srcOrd="0" destOrd="0" presId="urn:microsoft.com/office/officeart/2005/8/layout/vList2"/>
    <dgm:cxn modelId="{425EF22F-E5AF-460A-B3FD-5F1D61EBCCAF}" type="presOf" srcId="{D7ECFEAD-DE44-4EDB-8F35-6EA0F6F78816}" destId="{97462731-09A8-44F4-A891-8C17A1D5D7CA}" srcOrd="0" destOrd="3" presId="urn:microsoft.com/office/officeart/2005/8/layout/vList2"/>
    <dgm:cxn modelId="{B0CCC735-E4BC-4445-8F7F-FA86F5E79C69}" srcId="{54C56B43-4A73-44F2-8C0F-0F112E840A03}" destId="{68083B97-B50E-4693-AB9D-197DD9889C65}" srcOrd="0" destOrd="0" parTransId="{EA2B9E2E-D768-4B5B-814A-95296EFEAE68}" sibTransId="{92D3DB5D-1400-400C-99D6-1C1D59ECA4F0}"/>
    <dgm:cxn modelId="{630E553C-F99A-414D-86C0-3A1ABAEAC8D3}" type="presOf" srcId="{AC0D0EF0-577A-4496-A30A-F443F787CA1E}" destId="{BEE69E6A-9707-4578-94AC-9AE6C348DF93}" srcOrd="0" destOrd="0" presId="urn:microsoft.com/office/officeart/2005/8/layout/vList2"/>
    <dgm:cxn modelId="{EE04D363-3576-454E-87B7-2DF4192A5F42}" srcId="{F95EEEA6-80DC-4C2F-A2FC-D1A31FCB322E}" destId="{811800F1-D792-4671-8A98-22ACB524E3FF}" srcOrd="2" destOrd="0" parTransId="{AEBB4880-8230-4810-973A-C20BEF0B8772}" sibTransId="{B8CF19FA-5D36-4186-A4BB-DDDD2676019C}"/>
    <dgm:cxn modelId="{74C40066-A43D-440B-892F-E9860E23DE29}" srcId="{3FAE78D4-08B9-42B1-8ADC-D4EB22DCAB54}" destId="{75E18416-4F79-4EDC-BCFD-EE316E417639}" srcOrd="1" destOrd="0" parTransId="{E3923B7B-B368-48B1-A9F8-074018F5B88E}" sibTransId="{E2634F39-1C20-45F0-A1EE-00B16990C15D}"/>
    <dgm:cxn modelId="{48CB3066-A28E-4178-B5E9-408EB064EC47}" srcId="{AC0D0EF0-577A-4496-A30A-F443F787CA1E}" destId="{65F5E941-82F7-4C88-96D9-195C4FAB739E}" srcOrd="0" destOrd="0" parTransId="{87BA1185-2690-4268-BB89-91DE962DE8BA}" sibTransId="{CCD2B075-D6B2-46F5-9642-8C5B33D4F433}"/>
    <dgm:cxn modelId="{D3C5C370-5B6E-450C-B16C-0DBF7D9B049A}" type="presOf" srcId="{75E18416-4F79-4EDC-BCFD-EE316E417639}" destId="{97462731-09A8-44F4-A891-8C17A1D5D7CA}" srcOrd="0" destOrd="2" presId="urn:microsoft.com/office/officeart/2005/8/layout/vList2"/>
    <dgm:cxn modelId="{77772951-D5F4-4BA2-A6AD-C0795E243273}" srcId="{54C56B43-4A73-44F2-8C0F-0F112E840A03}" destId="{1673D25E-B0E8-42D1-A7C1-63604990ECA6}" srcOrd="1" destOrd="0" parTransId="{00BA278C-52B1-48E0-84AC-E6D0931E0053}" sibTransId="{1E376BB7-32A6-4214-8E5D-3F550C6AAAEA}"/>
    <dgm:cxn modelId="{1F6FDA7A-DD97-4F76-80F1-33D2AA1418DD}" srcId="{3FAE78D4-08B9-42B1-8ADC-D4EB22DCAB54}" destId="{5AEDD41B-E66E-47F7-B8C5-542CE5BA8D12}" srcOrd="0" destOrd="0" parTransId="{67EBA72E-D8AA-409D-897E-20A725565531}" sibTransId="{7CD10E95-C2D5-414D-B222-A0B63354CE63}"/>
    <dgm:cxn modelId="{22EE7F7F-5968-4995-8758-866A417CF7C5}" srcId="{811800F1-D792-4671-8A98-22ACB524E3FF}" destId="{54C56B43-4A73-44F2-8C0F-0F112E840A03}" srcOrd="0" destOrd="0" parTransId="{D92DF364-9B2D-4189-8A43-EF9EE3932C7F}" sibTransId="{A1C8F88B-1193-4ABC-998D-1658FFB2AB1A}"/>
    <dgm:cxn modelId="{DAB7D881-BB3A-4165-A755-7AF588B4FF34}" type="presOf" srcId="{F0F77139-6924-4D22-981E-8E30612DF6B2}" destId="{934436A0-2123-4222-8BD0-7C4674411F78}" srcOrd="0" destOrd="3" presId="urn:microsoft.com/office/officeart/2005/8/layout/vList2"/>
    <dgm:cxn modelId="{884EC083-DE96-42CA-9C09-0666EFE246DE}" type="presOf" srcId="{4A28E815-9057-442B-984A-183F77D3419E}" destId="{B5F35077-D103-4BEA-A778-F589EEBDD389}" srcOrd="0" destOrd="1" presId="urn:microsoft.com/office/officeart/2005/8/layout/vList2"/>
    <dgm:cxn modelId="{E290B48B-D509-4308-9980-5D86D9817C72}" srcId="{3FAE78D4-08B9-42B1-8ADC-D4EB22DCAB54}" destId="{D7ECFEAD-DE44-4EDB-8F35-6EA0F6F78816}" srcOrd="2" destOrd="0" parTransId="{70CF5377-450A-4959-9F1B-552641EEFD24}" sibTransId="{65469FB7-7A18-4DEE-AEF7-8F78A5E2B814}"/>
    <dgm:cxn modelId="{B0F7B395-4A2A-4C91-B2A4-F0464984F8BD}" type="presOf" srcId="{68083B97-B50E-4693-AB9D-197DD9889C65}" destId="{934436A0-2123-4222-8BD0-7C4674411F78}" srcOrd="0" destOrd="1" presId="urn:microsoft.com/office/officeart/2005/8/layout/vList2"/>
    <dgm:cxn modelId="{910BA6A6-B610-4EDE-BC84-560FAABEC6A1}" type="presOf" srcId="{5AEDD41B-E66E-47F7-B8C5-542CE5BA8D12}" destId="{97462731-09A8-44F4-A891-8C17A1D5D7CA}" srcOrd="0" destOrd="1" presId="urn:microsoft.com/office/officeart/2005/8/layout/vList2"/>
    <dgm:cxn modelId="{250070A9-4E3D-4D7E-882D-577940E2DE54}" type="presOf" srcId="{65F5E941-82F7-4C88-96D9-195C4FAB739E}" destId="{B5F35077-D103-4BEA-A778-F589EEBDD389}" srcOrd="0" destOrd="0" presId="urn:microsoft.com/office/officeart/2005/8/layout/vList2"/>
    <dgm:cxn modelId="{87429CAD-767B-49C1-ADBE-095FCE85A79E}" srcId="{F95EEEA6-80DC-4C2F-A2FC-D1A31FCB322E}" destId="{AC0D0EF0-577A-4496-A30A-F443F787CA1E}" srcOrd="1" destOrd="0" parTransId="{170BD27B-05BF-4CE5-8C27-D11A05CEDE09}" sibTransId="{A7680542-9205-47E8-95D3-36669C49B29E}"/>
    <dgm:cxn modelId="{31D99BBE-84D6-4D82-A3DA-1C689B6A96B8}" type="presOf" srcId="{1673D25E-B0E8-42D1-A7C1-63604990ECA6}" destId="{934436A0-2123-4222-8BD0-7C4674411F78}" srcOrd="0" destOrd="2" presId="urn:microsoft.com/office/officeart/2005/8/layout/vList2"/>
    <dgm:cxn modelId="{35D9DDD8-74D1-47C1-B09E-5062BFD2D432}" srcId="{65F5E941-82F7-4C88-96D9-195C4FAB739E}" destId="{CD16C01D-3E08-4976-B4E3-EDF96F88FB71}" srcOrd="1" destOrd="0" parTransId="{FE9ED28A-FA82-46AB-9601-4FF0308A98D4}" sibTransId="{EDCB66A6-48FC-4324-A3C1-CA7A403E2B6C}"/>
    <dgm:cxn modelId="{CD104CE8-C119-4884-B4C0-18CDCEFDCB68}" type="presOf" srcId="{54C56B43-4A73-44F2-8C0F-0F112E840A03}" destId="{934436A0-2123-4222-8BD0-7C4674411F78}" srcOrd="0" destOrd="0" presId="urn:microsoft.com/office/officeart/2005/8/layout/vList2"/>
    <dgm:cxn modelId="{54CA1CEB-4EBB-45C3-81FB-8D201CD09F37}" type="presOf" srcId="{B6E43522-BE96-4F69-BBAD-FC911A035191}" destId="{E3716B09-971D-40F3-A5AF-A3AB2FF637FC}" srcOrd="0" destOrd="0" presId="urn:microsoft.com/office/officeart/2005/8/layout/vList2"/>
    <dgm:cxn modelId="{703F5EF4-C7A6-4D68-8384-A4DAC21F6AAA}" srcId="{B6E43522-BE96-4F69-BBAD-FC911A035191}" destId="{3FAE78D4-08B9-42B1-8ADC-D4EB22DCAB54}" srcOrd="0" destOrd="0" parTransId="{8263D606-F8D9-4267-9B65-C77705D43E9C}" sibTransId="{15156FB5-401B-4482-B580-8A09AF4E3626}"/>
    <dgm:cxn modelId="{B54538F5-1715-48F4-810C-DA6C0C74243F}" type="presOf" srcId="{3FAE78D4-08B9-42B1-8ADC-D4EB22DCAB54}" destId="{97462731-09A8-44F4-A891-8C17A1D5D7CA}" srcOrd="0" destOrd="0" presId="urn:microsoft.com/office/officeart/2005/8/layout/vList2"/>
    <dgm:cxn modelId="{8BFCDBF6-A523-4B6A-9707-B5045C24552F}" srcId="{54C56B43-4A73-44F2-8C0F-0F112E840A03}" destId="{F0F77139-6924-4D22-981E-8E30612DF6B2}" srcOrd="2" destOrd="0" parTransId="{E827D19B-C2A9-4991-83B9-42EF621B0267}" sibTransId="{2B9A1819-5F81-4B4D-A6D6-AF5DBE9813A1}"/>
    <dgm:cxn modelId="{8EAAC5F9-E677-40AA-8407-12363E902429}" type="presOf" srcId="{F95EEEA6-80DC-4C2F-A2FC-D1A31FCB322E}" destId="{91CD15F1-FA0D-44DC-A63D-ECA5DF509688}" srcOrd="0" destOrd="0" presId="urn:microsoft.com/office/officeart/2005/8/layout/vList2"/>
    <dgm:cxn modelId="{3E4C0EFA-3BFA-498A-ABCC-274683700B0E}" srcId="{65F5E941-82F7-4C88-96D9-195C4FAB739E}" destId="{4A28E815-9057-442B-984A-183F77D3419E}" srcOrd="0" destOrd="0" parTransId="{38DE381A-F08E-466A-B2F1-11B8207B4F96}" sibTransId="{87C74915-64C9-4EF5-9029-122D46B92A27}"/>
    <dgm:cxn modelId="{4B61FB46-C9D3-44E1-A7D4-20C34F025433}" type="presParOf" srcId="{91CD15F1-FA0D-44DC-A63D-ECA5DF509688}" destId="{E3716B09-971D-40F3-A5AF-A3AB2FF637FC}" srcOrd="0" destOrd="0" presId="urn:microsoft.com/office/officeart/2005/8/layout/vList2"/>
    <dgm:cxn modelId="{78E29F4A-6173-4BB3-BC7A-C86A7D022843}" type="presParOf" srcId="{91CD15F1-FA0D-44DC-A63D-ECA5DF509688}" destId="{97462731-09A8-44F4-A891-8C17A1D5D7CA}" srcOrd="1" destOrd="0" presId="urn:microsoft.com/office/officeart/2005/8/layout/vList2"/>
    <dgm:cxn modelId="{090AFC3C-D2B9-43E4-8C4B-00A9DFCA5F0F}" type="presParOf" srcId="{91CD15F1-FA0D-44DC-A63D-ECA5DF509688}" destId="{BEE69E6A-9707-4578-94AC-9AE6C348DF93}" srcOrd="2" destOrd="0" presId="urn:microsoft.com/office/officeart/2005/8/layout/vList2"/>
    <dgm:cxn modelId="{E2E12DCA-5DAE-4FBC-AAC3-47512D2D6F09}" type="presParOf" srcId="{91CD15F1-FA0D-44DC-A63D-ECA5DF509688}" destId="{B5F35077-D103-4BEA-A778-F589EEBDD389}" srcOrd="3" destOrd="0" presId="urn:microsoft.com/office/officeart/2005/8/layout/vList2"/>
    <dgm:cxn modelId="{3F595835-25DA-4865-9110-65B6C33FC8DE}" type="presParOf" srcId="{91CD15F1-FA0D-44DC-A63D-ECA5DF509688}" destId="{AC64C5B0-CD5D-4633-A3E4-9A608AFE1056}" srcOrd="4" destOrd="0" presId="urn:microsoft.com/office/officeart/2005/8/layout/vList2"/>
    <dgm:cxn modelId="{352D60D3-37CA-4C92-9E67-52F1299C7C7A}" type="presParOf" srcId="{91CD15F1-FA0D-44DC-A63D-ECA5DF509688}" destId="{934436A0-2123-4222-8BD0-7C4674411F7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/>
      <dgm:spPr/>
      <dgm:t>
        <a:bodyPr/>
        <a:lstStyle/>
        <a:p>
          <a:r>
            <a:rPr lang="de-DE" dirty="0"/>
            <a:t>Try</a:t>
          </a:r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811800F1-D792-4671-8A98-22ACB524E3FF}">
      <dgm:prSet phldrT="[Text]"/>
      <dgm:spPr/>
      <dgm:t>
        <a:bodyPr/>
        <a:lstStyle/>
        <a:p>
          <a:r>
            <a:rPr lang="de-DE" dirty="0" err="1"/>
            <a:t>For</a:t>
          </a:r>
          <a:r>
            <a:rPr lang="de-DE" dirty="0"/>
            <a:t> &amp; </a:t>
          </a:r>
          <a:r>
            <a:rPr lang="de-DE" dirty="0" err="1"/>
            <a:t>While</a:t>
          </a:r>
          <a:endParaRPr lang="de-DE" dirty="0"/>
        </a:p>
      </dgm:t>
    </dgm:pt>
    <dgm:pt modelId="{AEBB4880-8230-4810-973A-C20BEF0B8772}" type="parTrans" cxnId="{EE04D363-3576-454E-87B7-2DF4192A5F42}">
      <dgm:prSet/>
      <dgm:spPr/>
      <dgm:t>
        <a:bodyPr/>
        <a:lstStyle/>
        <a:p>
          <a:endParaRPr lang="de-DE"/>
        </a:p>
      </dgm:t>
    </dgm:pt>
    <dgm:pt modelId="{B8CF19FA-5D36-4186-A4BB-DDDD2676019C}" type="sibTrans" cxnId="{EE04D363-3576-454E-87B7-2DF4192A5F42}">
      <dgm:prSet/>
      <dgm:spPr/>
      <dgm:t>
        <a:bodyPr/>
        <a:lstStyle/>
        <a:p>
          <a:endParaRPr lang="de-DE"/>
        </a:p>
      </dgm:t>
    </dgm:pt>
    <dgm:pt modelId="{AC0D0EF0-577A-4496-A30A-F443F787CA1E}">
      <dgm:prSet phldrT="[Text]"/>
      <dgm:spPr/>
      <dgm:t>
        <a:bodyPr/>
        <a:lstStyle/>
        <a:p>
          <a:r>
            <a:rPr lang="de-DE" dirty="0"/>
            <a:t>Catch</a:t>
          </a:r>
        </a:p>
      </dgm:t>
    </dgm:pt>
    <dgm:pt modelId="{170BD27B-05BF-4CE5-8C27-D11A05CEDE09}" type="parTrans" cxnId="{87429CAD-767B-49C1-ADBE-095FCE85A79E}">
      <dgm:prSet/>
      <dgm:spPr/>
      <dgm:t>
        <a:bodyPr/>
        <a:lstStyle/>
        <a:p>
          <a:endParaRPr lang="de-DE"/>
        </a:p>
      </dgm:t>
    </dgm:pt>
    <dgm:pt modelId="{A7680542-9205-47E8-95D3-36669C49B29E}" type="sibTrans" cxnId="{87429CAD-767B-49C1-ADBE-095FCE85A79E}">
      <dgm:prSet/>
      <dgm:spPr/>
      <dgm:t>
        <a:bodyPr/>
        <a:lstStyle/>
        <a:p>
          <a:endParaRPr lang="de-DE"/>
        </a:p>
      </dgm:t>
    </dgm:pt>
    <dgm:pt modelId="{6CCCC0BA-48F4-4C54-B28F-FA680344A013}">
      <dgm:prSet phldrT="[Text]"/>
      <dgm:spPr/>
      <dgm:t>
        <a:bodyPr/>
        <a:lstStyle/>
        <a:p>
          <a:r>
            <a:rPr lang="de-DE" dirty="0" err="1"/>
            <a:t>If</a:t>
          </a:r>
          <a:r>
            <a:rPr lang="de-DE" dirty="0"/>
            <a:t> &amp; Switch</a:t>
          </a:r>
        </a:p>
      </dgm:t>
    </dgm:pt>
    <dgm:pt modelId="{18028E7B-9D2A-4824-96B3-293E0F8D81C2}" type="parTrans" cxnId="{F406870A-AAAC-4360-A4CC-35DB9CC93BAC}">
      <dgm:prSet/>
      <dgm:spPr/>
      <dgm:t>
        <a:bodyPr/>
        <a:lstStyle/>
        <a:p>
          <a:endParaRPr lang="de-DE"/>
        </a:p>
      </dgm:t>
    </dgm:pt>
    <dgm:pt modelId="{64584C90-897A-426D-8618-0114172D467B}" type="sibTrans" cxnId="{F406870A-AAAC-4360-A4CC-35DB9CC93BAC}">
      <dgm:prSet/>
      <dgm:spPr/>
      <dgm:t>
        <a:bodyPr/>
        <a:lstStyle/>
        <a:p>
          <a:endParaRPr lang="de-DE"/>
        </a:p>
      </dgm:t>
    </dgm:pt>
    <dgm:pt modelId="{C0E6A286-D810-4649-8E9C-45B9F8EF454E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de-DE" dirty="0"/>
            <a:t>Normaler Ablauf der Software</a:t>
          </a:r>
        </a:p>
      </dgm:t>
    </dgm:pt>
    <dgm:pt modelId="{A751903E-C859-4C20-9118-D1AF2F79875B}" type="parTrans" cxnId="{C30C9C3A-D940-4EA8-BE08-54473D56D939}">
      <dgm:prSet/>
      <dgm:spPr/>
      <dgm:t>
        <a:bodyPr/>
        <a:lstStyle/>
        <a:p>
          <a:endParaRPr lang="de-DE"/>
        </a:p>
      </dgm:t>
    </dgm:pt>
    <dgm:pt modelId="{982CA083-397C-49D3-9E1E-5769B2B8CB07}" type="sibTrans" cxnId="{C30C9C3A-D940-4EA8-BE08-54473D56D939}">
      <dgm:prSet/>
      <dgm:spPr/>
      <dgm:t>
        <a:bodyPr/>
        <a:lstStyle/>
        <a:p>
          <a:endParaRPr lang="de-DE"/>
        </a:p>
      </dgm:t>
    </dgm:pt>
    <dgm:pt modelId="{7041FC96-787B-4E04-BFFA-32E701BCCD6B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de-DE" dirty="0"/>
            <a:t>Log-Level: </a:t>
          </a:r>
          <a:r>
            <a:rPr lang="de-DE" dirty="0" err="1"/>
            <a:t>info</a:t>
          </a:r>
          <a:r>
            <a:rPr lang="de-DE" dirty="0"/>
            <a:t> oder </a:t>
          </a:r>
          <a:r>
            <a:rPr lang="de-DE" dirty="0" err="1"/>
            <a:t>debug</a:t>
          </a:r>
          <a:endParaRPr lang="de-DE" dirty="0"/>
        </a:p>
      </dgm:t>
    </dgm:pt>
    <dgm:pt modelId="{3D8580F5-6F32-41F3-B23F-E3FEAAA963D5}" type="parTrans" cxnId="{3F242ABA-5C88-4F69-9DD9-6FFB32C520F3}">
      <dgm:prSet/>
      <dgm:spPr/>
      <dgm:t>
        <a:bodyPr/>
        <a:lstStyle/>
        <a:p>
          <a:endParaRPr lang="de-DE"/>
        </a:p>
      </dgm:t>
    </dgm:pt>
    <dgm:pt modelId="{9F72B703-036C-4358-9174-963545003D0F}" type="sibTrans" cxnId="{3F242ABA-5C88-4F69-9DD9-6FFB32C520F3}">
      <dgm:prSet/>
      <dgm:spPr/>
      <dgm:t>
        <a:bodyPr/>
        <a:lstStyle/>
        <a:p>
          <a:endParaRPr lang="de-DE"/>
        </a:p>
      </dgm:t>
    </dgm:pt>
    <dgm:pt modelId="{AE5C5180-E844-4FB5-9EBB-7622B64F2893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de-DE" dirty="0"/>
            <a:t>Fehlerhafter Ablauf der Software</a:t>
          </a:r>
        </a:p>
      </dgm:t>
    </dgm:pt>
    <dgm:pt modelId="{ED27B8FC-C111-4EB2-8274-40B29F46A02E}" type="parTrans" cxnId="{5A2A3DF7-4ACA-40F9-A9D5-5B30CB2C8380}">
      <dgm:prSet/>
      <dgm:spPr/>
      <dgm:t>
        <a:bodyPr/>
        <a:lstStyle/>
        <a:p>
          <a:endParaRPr lang="de-DE"/>
        </a:p>
      </dgm:t>
    </dgm:pt>
    <dgm:pt modelId="{56E6EC10-E30B-4695-B71E-84AE6698E2BA}" type="sibTrans" cxnId="{5A2A3DF7-4ACA-40F9-A9D5-5B30CB2C8380}">
      <dgm:prSet/>
      <dgm:spPr/>
      <dgm:t>
        <a:bodyPr/>
        <a:lstStyle/>
        <a:p>
          <a:endParaRPr lang="de-DE"/>
        </a:p>
      </dgm:t>
    </dgm:pt>
    <dgm:pt modelId="{98463B94-7FFD-46D9-9B7A-82DDCEACFF02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de-DE" dirty="0"/>
            <a:t>Log-Level: warn, </a:t>
          </a:r>
          <a:r>
            <a:rPr lang="de-DE" dirty="0" err="1"/>
            <a:t>error</a:t>
          </a:r>
          <a:r>
            <a:rPr lang="de-DE" dirty="0"/>
            <a:t> oder fatal</a:t>
          </a:r>
        </a:p>
      </dgm:t>
    </dgm:pt>
    <dgm:pt modelId="{AE38529D-E379-4EBD-A4FC-07D1A063929E}" type="parTrans" cxnId="{D56DB660-DF4C-406F-BCB5-2D26E4A64027}">
      <dgm:prSet/>
      <dgm:spPr/>
      <dgm:t>
        <a:bodyPr/>
        <a:lstStyle/>
        <a:p>
          <a:endParaRPr lang="de-DE"/>
        </a:p>
      </dgm:t>
    </dgm:pt>
    <dgm:pt modelId="{937ABA1F-A435-4283-91E5-A6C51018060B}" type="sibTrans" cxnId="{D56DB660-DF4C-406F-BCB5-2D26E4A64027}">
      <dgm:prSet/>
      <dgm:spPr/>
      <dgm:t>
        <a:bodyPr/>
        <a:lstStyle/>
        <a:p>
          <a:endParaRPr lang="de-DE"/>
        </a:p>
      </dgm:t>
    </dgm:pt>
    <dgm:pt modelId="{DC96C421-D705-46A5-AA6A-0D2F5AA1DBF0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de-DE" dirty="0"/>
            <a:t>Eine Vielzahl an Iterationen werden aufgerufen</a:t>
          </a:r>
        </a:p>
      </dgm:t>
    </dgm:pt>
    <dgm:pt modelId="{12E03195-3D7D-492D-BC03-19659554158F}" type="parTrans" cxnId="{6CF4B09A-CB2D-4CFD-89D1-165F3F6E4F8B}">
      <dgm:prSet/>
      <dgm:spPr/>
      <dgm:t>
        <a:bodyPr/>
        <a:lstStyle/>
        <a:p>
          <a:endParaRPr lang="de-DE"/>
        </a:p>
      </dgm:t>
    </dgm:pt>
    <dgm:pt modelId="{55E3FE7B-3953-46AE-8B46-ACB7891FE9CB}" type="sibTrans" cxnId="{6CF4B09A-CB2D-4CFD-89D1-165F3F6E4F8B}">
      <dgm:prSet/>
      <dgm:spPr/>
      <dgm:t>
        <a:bodyPr/>
        <a:lstStyle/>
        <a:p>
          <a:endParaRPr lang="de-DE"/>
        </a:p>
      </dgm:t>
    </dgm:pt>
    <dgm:pt modelId="{E908F550-0A24-491D-AF39-04322A8BB67E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de-DE" dirty="0"/>
            <a:t>Log-Level: </a:t>
          </a:r>
          <a:r>
            <a:rPr lang="de-DE" dirty="0" err="1"/>
            <a:t>info</a:t>
          </a:r>
          <a:r>
            <a:rPr lang="de-DE" dirty="0"/>
            <a:t> oder </a:t>
          </a:r>
          <a:r>
            <a:rPr lang="de-DE" dirty="0" err="1"/>
            <a:t>debug</a:t>
          </a:r>
          <a:endParaRPr lang="de-DE" dirty="0"/>
        </a:p>
      </dgm:t>
    </dgm:pt>
    <dgm:pt modelId="{48F0020E-FF19-433A-9E70-D387BA6ED844}" type="parTrans" cxnId="{9AB66A2B-D5D5-44E3-A023-1C9EE8C702DF}">
      <dgm:prSet/>
      <dgm:spPr/>
      <dgm:t>
        <a:bodyPr/>
        <a:lstStyle/>
        <a:p>
          <a:endParaRPr lang="de-DE"/>
        </a:p>
      </dgm:t>
    </dgm:pt>
    <dgm:pt modelId="{B2A0775A-4FA6-47C5-B034-E73C48709FBF}" type="sibTrans" cxnId="{9AB66A2B-D5D5-44E3-A023-1C9EE8C702DF}">
      <dgm:prSet/>
      <dgm:spPr/>
      <dgm:t>
        <a:bodyPr/>
        <a:lstStyle/>
        <a:p>
          <a:endParaRPr lang="de-DE"/>
        </a:p>
      </dgm:t>
    </dgm:pt>
    <dgm:pt modelId="{AE41EAE8-C080-46E9-9CE8-31730CF2E7D9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de-DE" dirty="0"/>
            <a:t>Unterschiedliche Anwendungsfälle realisierbar</a:t>
          </a:r>
        </a:p>
      </dgm:t>
    </dgm:pt>
    <dgm:pt modelId="{825D8224-6529-4A57-A5DF-71136E9ED713}" type="parTrans" cxnId="{DD9167BF-682D-4F36-A0A7-67154E475EFE}">
      <dgm:prSet/>
      <dgm:spPr/>
      <dgm:t>
        <a:bodyPr/>
        <a:lstStyle/>
        <a:p>
          <a:endParaRPr lang="de-DE"/>
        </a:p>
      </dgm:t>
    </dgm:pt>
    <dgm:pt modelId="{0096FA38-07BE-4672-A5BA-0FCD07B2DBE2}" type="sibTrans" cxnId="{DD9167BF-682D-4F36-A0A7-67154E475EFE}">
      <dgm:prSet/>
      <dgm:spPr/>
      <dgm:t>
        <a:bodyPr/>
        <a:lstStyle/>
        <a:p>
          <a:endParaRPr lang="de-DE"/>
        </a:p>
      </dgm:t>
    </dgm:pt>
    <dgm:pt modelId="{A749832B-1B7C-4349-8817-DCFF18FBAC86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de-DE" dirty="0"/>
            <a:t>Log-Level: Alle sind möglich</a:t>
          </a:r>
        </a:p>
      </dgm:t>
    </dgm:pt>
    <dgm:pt modelId="{CED09DC0-9BCF-43FD-9133-77671EA65AE9}" type="parTrans" cxnId="{20125DC8-13CF-4ED8-9246-3755899920C0}">
      <dgm:prSet/>
      <dgm:spPr/>
      <dgm:t>
        <a:bodyPr/>
        <a:lstStyle/>
        <a:p>
          <a:endParaRPr lang="de-DE"/>
        </a:p>
      </dgm:t>
    </dgm:pt>
    <dgm:pt modelId="{E84B53CA-215F-45DE-A1DF-AA7A84B6052F}" type="sibTrans" cxnId="{20125DC8-13CF-4ED8-9246-3755899920C0}">
      <dgm:prSet/>
      <dgm:spPr/>
      <dgm:t>
        <a:bodyPr/>
        <a:lstStyle/>
        <a:p>
          <a:endParaRPr lang="de-DE"/>
        </a:p>
      </dgm:t>
    </dgm:pt>
    <dgm:pt modelId="{493E27A5-9911-4157-9F8A-C075DD240E65}" type="pres">
      <dgm:prSet presAssocID="{F95EEEA6-80DC-4C2F-A2FC-D1A31FCB322E}" presName="Name0" presStyleCnt="0">
        <dgm:presLayoutVars>
          <dgm:dir/>
          <dgm:animLvl val="lvl"/>
          <dgm:resizeHandles val="exact"/>
        </dgm:presLayoutVars>
      </dgm:prSet>
      <dgm:spPr/>
    </dgm:pt>
    <dgm:pt modelId="{75808E20-E559-4095-9BF0-F4B03D9B16E2}" type="pres">
      <dgm:prSet presAssocID="{B6E43522-BE96-4F69-BBAD-FC911A035191}" presName="linNode" presStyleCnt="0"/>
      <dgm:spPr/>
    </dgm:pt>
    <dgm:pt modelId="{5370C481-30FD-45FE-9A29-9794B895D37E}" type="pres">
      <dgm:prSet presAssocID="{B6E43522-BE96-4F69-BBAD-FC911A03519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F3A66376-A99C-4A1F-AA56-834DA39F840C}" type="pres">
      <dgm:prSet presAssocID="{B6E43522-BE96-4F69-BBAD-FC911A035191}" presName="descendantText" presStyleLbl="alignAccFollowNode1" presStyleIdx="0" presStyleCnt="4">
        <dgm:presLayoutVars>
          <dgm:bulletEnabled val="1"/>
        </dgm:presLayoutVars>
      </dgm:prSet>
      <dgm:spPr/>
    </dgm:pt>
    <dgm:pt modelId="{8D8B29BC-44EE-468C-B7BA-F0F49008DE46}" type="pres">
      <dgm:prSet presAssocID="{328B7052-87F7-4920-A2B5-7F2998AB44C4}" presName="sp" presStyleCnt="0"/>
      <dgm:spPr/>
    </dgm:pt>
    <dgm:pt modelId="{4971043D-62C8-4618-B3CC-AD66CF5DD432}" type="pres">
      <dgm:prSet presAssocID="{AC0D0EF0-577A-4496-A30A-F443F787CA1E}" presName="linNode" presStyleCnt="0"/>
      <dgm:spPr/>
    </dgm:pt>
    <dgm:pt modelId="{56A8EF4C-11E8-4DC9-A2EC-2D6C904A7E7A}" type="pres">
      <dgm:prSet presAssocID="{AC0D0EF0-577A-4496-A30A-F443F787CA1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8CD87E2-369F-456E-826B-01832EE1C95F}" type="pres">
      <dgm:prSet presAssocID="{AC0D0EF0-577A-4496-A30A-F443F787CA1E}" presName="descendantText" presStyleLbl="alignAccFollowNode1" presStyleIdx="1" presStyleCnt="4">
        <dgm:presLayoutVars>
          <dgm:bulletEnabled val="1"/>
        </dgm:presLayoutVars>
      </dgm:prSet>
      <dgm:spPr/>
    </dgm:pt>
    <dgm:pt modelId="{25C38FD6-2846-4179-A1E3-309F108CC330}" type="pres">
      <dgm:prSet presAssocID="{A7680542-9205-47E8-95D3-36669C49B29E}" presName="sp" presStyleCnt="0"/>
      <dgm:spPr/>
    </dgm:pt>
    <dgm:pt modelId="{B6E05926-70B5-4E5F-84BC-F50E2BF7B72C}" type="pres">
      <dgm:prSet presAssocID="{811800F1-D792-4671-8A98-22ACB524E3FF}" presName="linNode" presStyleCnt="0"/>
      <dgm:spPr/>
    </dgm:pt>
    <dgm:pt modelId="{234A2D08-6491-4E8D-84C0-32A159984B80}" type="pres">
      <dgm:prSet presAssocID="{811800F1-D792-4671-8A98-22ACB524E3F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68F6EE47-F71F-477B-8AC2-449B58B60C19}" type="pres">
      <dgm:prSet presAssocID="{811800F1-D792-4671-8A98-22ACB524E3FF}" presName="descendantText" presStyleLbl="alignAccFollowNode1" presStyleIdx="2" presStyleCnt="4">
        <dgm:presLayoutVars>
          <dgm:bulletEnabled val="1"/>
        </dgm:presLayoutVars>
      </dgm:prSet>
      <dgm:spPr/>
    </dgm:pt>
    <dgm:pt modelId="{0A89C090-8620-4DAC-99C3-31770509BCC8}" type="pres">
      <dgm:prSet presAssocID="{B8CF19FA-5D36-4186-A4BB-DDDD2676019C}" presName="sp" presStyleCnt="0"/>
      <dgm:spPr/>
    </dgm:pt>
    <dgm:pt modelId="{26A82B15-69D0-4C6B-8488-1410A474EC17}" type="pres">
      <dgm:prSet presAssocID="{6CCCC0BA-48F4-4C54-B28F-FA680344A013}" presName="linNode" presStyleCnt="0"/>
      <dgm:spPr/>
    </dgm:pt>
    <dgm:pt modelId="{FACEA21D-0431-4CE6-8E35-F4BB64ED24C4}" type="pres">
      <dgm:prSet presAssocID="{6CCCC0BA-48F4-4C54-B28F-FA680344A013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65B9034E-9AB4-4D54-BF86-EBA6FFC242E6}" type="pres">
      <dgm:prSet presAssocID="{6CCCC0BA-48F4-4C54-B28F-FA680344A013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F406870A-AAAC-4360-A4CC-35DB9CC93BAC}" srcId="{F95EEEA6-80DC-4C2F-A2FC-D1A31FCB322E}" destId="{6CCCC0BA-48F4-4C54-B28F-FA680344A013}" srcOrd="3" destOrd="0" parTransId="{18028E7B-9D2A-4824-96B3-293E0F8D81C2}" sibTransId="{64584C90-897A-426D-8618-0114172D467B}"/>
    <dgm:cxn modelId="{BF70D619-D4BD-4AD9-BB94-D85856161769}" srcId="{F95EEEA6-80DC-4C2F-A2FC-D1A31FCB322E}" destId="{B6E43522-BE96-4F69-BBAD-FC911A035191}" srcOrd="0" destOrd="0" parTransId="{87FA34B1-728C-4FE2-B543-5B57439D1063}" sibTransId="{328B7052-87F7-4920-A2B5-7F2998AB44C4}"/>
    <dgm:cxn modelId="{E8BFE028-BD8C-4327-A7A4-8BDFAB1F12B8}" type="presOf" srcId="{811800F1-D792-4671-8A98-22ACB524E3FF}" destId="{234A2D08-6491-4E8D-84C0-32A159984B80}" srcOrd="0" destOrd="0" presId="urn:microsoft.com/office/officeart/2005/8/layout/vList5"/>
    <dgm:cxn modelId="{9AB66A2B-D5D5-44E3-A023-1C9EE8C702DF}" srcId="{811800F1-D792-4671-8A98-22ACB524E3FF}" destId="{E908F550-0A24-491D-AF39-04322A8BB67E}" srcOrd="1" destOrd="0" parTransId="{48F0020E-FF19-433A-9E70-D387BA6ED844}" sibTransId="{B2A0775A-4FA6-47C5-B034-E73C48709FBF}"/>
    <dgm:cxn modelId="{271ADB34-B28E-4C48-9553-D4C0E23B07B6}" type="presOf" srcId="{AE5C5180-E844-4FB5-9EBB-7622B64F2893}" destId="{78CD87E2-369F-456E-826B-01832EE1C95F}" srcOrd="0" destOrd="0" presId="urn:microsoft.com/office/officeart/2005/8/layout/vList5"/>
    <dgm:cxn modelId="{C30C9C3A-D940-4EA8-BE08-54473D56D939}" srcId="{B6E43522-BE96-4F69-BBAD-FC911A035191}" destId="{C0E6A286-D810-4649-8E9C-45B9F8EF454E}" srcOrd="0" destOrd="0" parTransId="{A751903E-C859-4C20-9118-D1AF2F79875B}" sibTransId="{982CA083-397C-49D3-9E1E-5769B2B8CB07}"/>
    <dgm:cxn modelId="{062DAB3C-ADCB-42AD-9536-96FD016EFD7C}" type="presOf" srcId="{AE41EAE8-C080-46E9-9CE8-31730CF2E7D9}" destId="{65B9034E-9AB4-4D54-BF86-EBA6FFC242E6}" srcOrd="0" destOrd="0" presId="urn:microsoft.com/office/officeart/2005/8/layout/vList5"/>
    <dgm:cxn modelId="{D56DB660-DF4C-406F-BCB5-2D26E4A64027}" srcId="{AC0D0EF0-577A-4496-A30A-F443F787CA1E}" destId="{98463B94-7FFD-46D9-9B7A-82DDCEACFF02}" srcOrd="1" destOrd="0" parTransId="{AE38529D-E379-4EBD-A4FC-07D1A063929E}" sibTransId="{937ABA1F-A435-4283-91E5-A6C51018060B}"/>
    <dgm:cxn modelId="{1A13C263-3742-4493-8A82-6E4C5438A0D2}" type="presOf" srcId="{7041FC96-787B-4E04-BFFA-32E701BCCD6B}" destId="{F3A66376-A99C-4A1F-AA56-834DA39F840C}" srcOrd="0" destOrd="1" presId="urn:microsoft.com/office/officeart/2005/8/layout/vList5"/>
    <dgm:cxn modelId="{EE04D363-3576-454E-87B7-2DF4192A5F42}" srcId="{F95EEEA6-80DC-4C2F-A2FC-D1A31FCB322E}" destId="{811800F1-D792-4671-8A98-22ACB524E3FF}" srcOrd="2" destOrd="0" parTransId="{AEBB4880-8230-4810-973A-C20BEF0B8772}" sibTransId="{B8CF19FA-5D36-4186-A4BB-DDDD2676019C}"/>
    <dgm:cxn modelId="{F688AD47-9A4B-4AC9-9FB6-B88BF4547B4E}" type="presOf" srcId="{F95EEEA6-80DC-4C2F-A2FC-D1A31FCB322E}" destId="{493E27A5-9911-4157-9F8A-C075DD240E65}" srcOrd="0" destOrd="0" presId="urn:microsoft.com/office/officeart/2005/8/layout/vList5"/>
    <dgm:cxn modelId="{6F594F6A-F0E8-448B-BD6B-98BD751D7C83}" type="presOf" srcId="{98463B94-7FFD-46D9-9B7A-82DDCEACFF02}" destId="{78CD87E2-369F-456E-826B-01832EE1C95F}" srcOrd="0" destOrd="1" presId="urn:microsoft.com/office/officeart/2005/8/layout/vList5"/>
    <dgm:cxn modelId="{2CB93E94-A750-4ED5-98FF-0E2E21A41875}" type="presOf" srcId="{C0E6A286-D810-4649-8E9C-45B9F8EF454E}" destId="{F3A66376-A99C-4A1F-AA56-834DA39F840C}" srcOrd="0" destOrd="0" presId="urn:microsoft.com/office/officeart/2005/8/layout/vList5"/>
    <dgm:cxn modelId="{BA492F98-D8B4-420F-83A0-F433B216B8C6}" type="presOf" srcId="{E908F550-0A24-491D-AF39-04322A8BB67E}" destId="{68F6EE47-F71F-477B-8AC2-449B58B60C19}" srcOrd="0" destOrd="1" presId="urn:microsoft.com/office/officeart/2005/8/layout/vList5"/>
    <dgm:cxn modelId="{6CF4B09A-CB2D-4CFD-89D1-165F3F6E4F8B}" srcId="{811800F1-D792-4671-8A98-22ACB524E3FF}" destId="{DC96C421-D705-46A5-AA6A-0D2F5AA1DBF0}" srcOrd="0" destOrd="0" parTransId="{12E03195-3D7D-492D-BC03-19659554158F}" sibTransId="{55E3FE7B-3953-46AE-8B46-ACB7891FE9CB}"/>
    <dgm:cxn modelId="{87429CAD-767B-49C1-ADBE-095FCE85A79E}" srcId="{F95EEEA6-80DC-4C2F-A2FC-D1A31FCB322E}" destId="{AC0D0EF0-577A-4496-A30A-F443F787CA1E}" srcOrd="1" destOrd="0" parTransId="{170BD27B-05BF-4CE5-8C27-D11A05CEDE09}" sibTransId="{A7680542-9205-47E8-95D3-36669C49B29E}"/>
    <dgm:cxn modelId="{6CD903B7-89A2-49E7-9836-ADFD72A4022A}" type="presOf" srcId="{DC96C421-D705-46A5-AA6A-0D2F5AA1DBF0}" destId="{68F6EE47-F71F-477B-8AC2-449B58B60C19}" srcOrd="0" destOrd="0" presId="urn:microsoft.com/office/officeart/2005/8/layout/vList5"/>
    <dgm:cxn modelId="{95C623B8-9991-42D3-8B9F-A2661845ADBA}" type="presOf" srcId="{6CCCC0BA-48F4-4C54-B28F-FA680344A013}" destId="{FACEA21D-0431-4CE6-8E35-F4BB64ED24C4}" srcOrd="0" destOrd="0" presId="urn:microsoft.com/office/officeart/2005/8/layout/vList5"/>
    <dgm:cxn modelId="{3F242ABA-5C88-4F69-9DD9-6FFB32C520F3}" srcId="{B6E43522-BE96-4F69-BBAD-FC911A035191}" destId="{7041FC96-787B-4E04-BFFA-32E701BCCD6B}" srcOrd="1" destOrd="0" parTransId="{3D8580F5-6F32-41F3-B23F-E3FEAAA963D5}" sibTransId="{9F72B703-036C-4358-9174-963545003D0F}"/>
    <dgm:cxn modelId="{E27E3BBF-F576-41C0-8DA5-836D2B13109F}" type="presOf" srcId="{B6E43522-BE96-4F69-BBAD-FC911A035191}" destId="{5370C481-30FD-45FE-9A29-9794B895D37E}" srcOrd="0" destOrd="0" presId="urn:microsoft.com/office/officeart/2005/8/layout/vList5"/>
    <dgm:cxn modelId="{DD9167BF-682D-4F36-A0A7-67154E475EFE}" srcId="{6CCCC0BA-48F4-4C54-B28F-FA680344A013}" destId="{AE41EAE8-C080-46E9-9CE8-31730CF2E7D9}" srcOrd="0" destOrd="0" parTransId="{825D8224-6529-4A57-A5DF-71136E9ED713}" sibTransId="{0096FA38-07BE-4672-A5BA-0FCD07B2DBE2}"/>
    <dgm:cxn modelId="{20125DC8-13CF-4ED8-9246-3755899920C0}" srcId="{6CCCC0BA-48F4-4C54-B28F-FA680344A013}" destId="{A749832B-1B7C-4349-8817-DCFF18FBAC86}" srcOrd="1" destOrd="0" parTransId="{CED09DC0-9BCF-43FD-9133-77671EA65AE9}" sibTransId="{E84B53CA-215F-45DE-A1DF-AA7A84B6052F}"/>
    <dgm:cxn modelId="{579F70CE-83DD-431C-AB7F-CEF557DD5E99}" type="presOf" srcId="{A749832B-1B7C-4349-8817-DCFF18FBAC86}" destId="{65B9034E-9AB4-4D54-BF86-EBA6FFC242E6}" srcOrd="0" destOrd="1" presId="urn:microsoft.com/office/officeart/2005/8/layout/vList5"/>
    <dgm:cxn modelId="{1DFAC7E2-0D90-4BD9-BF8C-A3D28B11E768}" type="presOf" srcId="{AC0D0EF0-577A-4496-A30A-F443F787CA1E}" destId="{56A8EF4C-11E8-4DC9-A2EC-2D6C904A7E7A}" srcOrd="0" destOrd="0" presId="urn:microsoft.com/office/officeart/2005/8/layout/vList5"/>
    <dgm:cxn modelId="{5A2A3DF7-4ACA-40F9-A9D5-5B30CB2C8380}" srcId="{AC0D0EF0-577A-4496-A30A-F443F787CA1E}" destId="{AE5C5180-E844-4FB5-9EBB-7622B64F2893}" srcOrd="0" destOrd="0" parTransId="{ED27B8FC-C111-4EB2-8274-40B29F46A02E}" sibTransId="{56E6EC10-E30B-4695-B71E-84AE6698E2BA}"/>
    <dgm:cxn modelId="{35400D8F-49E8-41BB-9A85-359BC871BB49}" type="presParOf" srcId="{493E27A5-9911-4157-9F8A-C075DD240E65}" destId="{75808E20-E559-4095-9BF0-F4B03D9B16E2}" srcOrd="0" destOrd="0" presId="urn:microsoft.com/office/officeart/2005/8/layout/vList5"/>
    <dgm:cxn modelId="{20704C54-78C2-4CB2-B4FC-54CF5BA0383F}" type="presParOf" srcId="{75808E20-E559-4095-9BF0-F4B03D9B16E2}" destId="{5370C481-30FD-45FE-9A29-9794B895D37E}" srcOrd="0" destOrd="0" presId="urn:microsoft.com/office/officeart/2005/8/layout/vList5"/>
    <dgm:cxn modelId="{4D77FD0C-2C70-4A4A-98C4-E7BC332A7898}" type="presParOf" srcId="{75808E20-E559-4095-9BF0-F4B03D9B16E2}" destId="{F3A66376-A99C-4A1F-AA56-834DA39F840C}" srcOrd="1" destOrd="0" presId="urn:microsoft.com/office/officeart/2005/8/layout/vList5"/>
    <dgm:cxn modelId="{B1ACFF48-4ED9-41E1-A72A-27AFA71BFEED}" type="presParOf" srcId="{493E27A5-9911-4157-9F8A-C075DD240E65}" destId="{8D8B29BC-44EE-468C-B7BA-F0F49008DE46}" srcOrd="1" destOrd="0" presId="urn:microsoft.com/office/officeart/2005/8/layout/vList5"/>
    <dgm:cxn modelId="{DD105FA0-DC9F-4F4F-8F4E-FECEF416E202}" type="presParOf" srcId="{493E27A5-9911-4157-9F8A-C075DD240E65}" destId="{4971043D-62C8-4618-B3CC-AD66CF5DD432}" srcOrd="2" destOrd="0" presId="urn:microsoft.com/office/officeart/2005/8/layout/vList5"/>
    <dgm:cxn modelId="{704A2C9D-8692-400B-80D0-73F409DF6DE8}" type="presParOf" srcId="{4971043D-62C8-4618-B3CC-AD66CF5DD432}" destId="{56A8EF4C-11E8-4DC9-A2EC-2D6C904A7E7A}" srcOrd="0" destOrd="0" presId="urn:microsoft.com/office/officeart/2005/8/layout/vList5"/>
    <dgm:cxn modelId="{906EBF25-D4E8-46EA-9AFA-205C2F3EEC9E}" type="presParOf" srcId="{4971043D-62C8-4618-B3CC-AD66CF5DD432}" destId="{78CD87E2-369F-456E-826B-01832EE1C95F}" srcOrd="1" destOrd="0" presId="urn:microsoft.com/office/officeart/2005/8/layout/vList5"/>
    <dgm:cxn modelId="{A79BE90F-97CB-42C9-8560-69F059B65459}" type="presParOf" srcId="{493E27A5-9911-4157-9F8A-C075DD240E65}" destId="{25C38FD6-2846-4179-A1E3-309F108CC330}" srcOrd="3" destOrd="0" presId="urn:microsoft.com/office/officeart/2005/8/layout/vList5"/>
    <dgm:cxn modelId="{014162FD-7E6E-48F2-9FF1-47B8492FB5DE}" type="presParOf" srcId="{493E27A5-9911-4157-9F8A-C075DD240E65}" destId="{B6E05926-70B5-4E5F-84BC-F50E2BF7B72C}" srcOrd="4" destOrd="0" presId="urn:microsoft.com/office/officeart/2005/8/layout/vList5"/>
    <dgm:cxn modelId="{8F944F44-AF39-41F4-83D1-95A4C699D60A}" type="presParOf" srcId="{B6E05926-70B5-4E5F-84BC-F50E2BF7B72C}" destId="{234A2D08-6491-4E8D-84C0-32A159984B80}" srcOrd="0" destOrd="0" presId="urn:microsoft.com/office/officeart/2005/8/layout/vList5"/>
    <dgm:cxn modelId="{3245E8C0-42C3-4F69-95A0-87E95655E56D}" type="presParOf" srcId="{B6E05926-70B5-4E5F-84BC-F50E2BF7B72C}" destId="{68F6EE47-F71F-477B-8AC2-449B58B60C19}" srcOrd="1" destOrd="0" presId="urn:microsoft.com/office/officeart/2005/8/layout/vList5"/>
    <dgm:cxn modelId="{9157E30F-1BCA-4DAC-ACAB-A8E0F5666BFF}" type="presParOf" srcId="{493E27A5-9911-4157-9F8A-C075DD240E65}" destId="{0A89C090-8620-4DAC-99C3-31770509BCC8}" srcOrd="5" destOrd="0" presId="urn:microsoft.com/office/officeart/2005/8/layout/vList5"/>
    <dgm:cxn modelId="{25352264-3807-468E-8851-DDE72960BA85}" type="presParOf" srcId="{493E27A5-9911-4157-9F8A-C075DD240E65}" destId="{26A82B15-69D0-4C6B-8488-1410A474EC17}" srcOrd="6" destOrd="0" presId="urn:microsoft.com/office/officeart/2005/8/layout/vList5"/>
    <dgm:cxn modelId="{028D8587-D400-42E9-99D4-BE50EE9FF270}" type="presParOf" srcId="{26A82B15-69D0-4C6B-8488-1410A474EC17}" destId="{FACEA21D-0431-4CE6-8E35-F4BB64ED24C4}" srcOrd="0" destOrd="0" presId="urn:microsoft.com/office/officeart/2005/8/layout/vList5"/>
    <dgm:cxn modelId="{0D31A36E-8F79-4649-B902-BD37E0B99F2A}" type="presParOf" srcId="{26A82B15-69D0-4C6B-8488-1410A474EC17}" destId="{65B9034E-9AB4-4D54-BF86-EBA6FFC242E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Aktuelle Stand im CFT Portale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Richtlinien für das CFT Portale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 err="1"/>
            <a:t>Logging</a:t>
          </a:r>
          <a:r>
            <a:rPr lang="de-DE" dirty="0"/>
            <a:t> Allgemein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Herausforderungen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/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>
        <a:solidFill>
          <a:schemeClr val="bg1"/>
        </a:solidFill>
      </dgm:spPr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>
        <a:solidFill>
          <a:schemeClr val="bg1"/>
        </a:solidFill>
      </dgm:spPr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>
        <a:solidFill>
          <a:srgbClr val="8E969D"/>
        </a:solidFill>
      </dgm:spPr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/>
    </dgm:pt>
  </dgm:ptLst>
  <dgm:cxnLst>
    <dgm:cxn modelId="{D4B25909-A43B-4D57-8F47-A4F68E25D021}" type="presOf" srcId="{F62B63FE-BD36-48FD-9F99-256A18A94D4C}" destId="{A24FD770-614A-41B5-A9CA-569C7386B1D0}" srcOrd="0" destOrd="0" presId="urn:microsoft.com/office/officeart/2008/layout/VerticalCurvedList"/>
    <dgm:cxn modelId="{9B94640F-58F5-4BFE-BC00-F4A9334560DE}" type="presOf" srcId="{EA1FEA3B-3E93-4B0F-8584-A0D43A46236B}" destId="{6CB10B2F-9879-444C-B4A0-F363ABCA091A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32E90D43-62F4-4776-A048-FFBB7D05700A}" type="presOf" srcId="{A3914A9D-F3DE-4214-AC4F-18E69F46FB9A}" destId="{683AB623-CBA8-434C-A473-B12BC6E9C2E0}" srcOrd="0" destOrd="0" presId="urn:microsoft.com/office/officeart/2008/layout/VerticalCurvedList"/>
    <dgm:cxn modelId="{C4B03889-9C2A-4802-8F93-17BA40D42234}" type="presOf" srcId="{B1C54EDB-27F1-4D0B-A8E2-EBCDA053C028}" destId="{F78AEB79-CB02-4F89-81BD-172C796338E9}" srcOrd="0" destOrd="0" presId="urn:microsoft.com/office/officeart/2008/layout/VerticalCurvedList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C36C2E9E-577E-44F2-A1A0-207A6FAF7226}" type="presOf" srcId="{86B87B53-EBC9-40E5-9DA1-78E3F32D75E7}" destId="{85D374A2-4262-410F-800B-988A373C62C6}" srcOrd="0" destOrd="0" presId="urn:microsoft.com/office/officeart/2008/layout/VerticalCurvedList"/>
    <dgm:cxn modelId="{7BA6CDB6-DC0C-492A-A8FB-B90EE537EBF6}" type="presOf" srcId="{6997EDF3-F16D-45F3-989D-7070DEC904FD}" destId="{184C3F63-B329-4564-9150-04495D528D5E}" srcOrd="0" destOrd="0" presId="urn:microsoft.com/office/officeart/2008/layout/VerticalCurvedList"/>
    <dgm:cxn modelId="{779113DA-2FBB-4253-BB20-F10AF5E2A7CF}" type="presOf" srcId="{3761138B-2241-4F22-9709-C27A0E843D65}" destId="{21AB6E52-E6FB-439F-90D2-48CFDCEA222C}" srcOrd="0" destOrd="0" presId="urn:microsoft.com/office/officeart/2008/layout/VerticalCurvedList"/>
    <dgm:cxn modelId="{BE9277DE-8717-4DF9-94ED-6387240B7C60}" type="presOf" srcId="{5996AE49-9E4D-42D5-887B-5A9C97427805}" destId="{20AC5343-B263-453E-9113-2FDE30C5DDA3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5146C1B4-C796-4510-9E05-000D755775DA}" type="presParOf" srcId="{184C3F63-B329-4564-9150-04495D528D5E}" destId="{0633A375-2783-4609-93BE-C7D03BF2A340}" srcOrd="0" destOrd="0" presId="urn:microsoft.com/office/officeart/2008/layout/VerticalCurvedList"/>
    <dgm:cxn modelId="{61A54464-070B-4736-A081-0CA790D8274C}" type="presParOf" srcId="{0633A375-2783-4609-93BE-C7D03BF2A340}" destId="{868EE911-B357-43D6-8DEE-E3411972FFCF}" srcOrd="0" destOrd="0" presId="urn:microsoft.com/office/officeart/2008/layout/VerticalCurvedList"/>
    <dgm:cxn modelId="{5C801232-137C-4545-9888-438483328A6C}" type="presParOf" srcId="{868EE911-B357-43D6-8DEE-E3411972FFCF}" destId="{171243DC-6A53-42DA-9A24-6E56CCCC6113}" srcOrd="0" destOrd="0" presId="urn:microsoft.com/office/officeart/2008/layout/VerticalCurvedList"/>
    <dgm:cxn modelId="{43B6972C-4A38-4F55-AD34-BD7FA4A800D5}" type="presParOf" srcId="{868EE911-B357-43D6-8DEE-E3411972FFCF}" destId="{21AB6E52-E6FB-439F-90D2-48CFDCEA222C}" srcOrd="1" destOrd="0" presId="urn:microsoft.com/office/officeart/2008/layout/VerticalCurvedList"/>
    <dgm:cxn modelId="{2FC3D2AE-D017-42A3-B7C5-A4BD8504D186}" type="presParOf" srcId="{868EE911-B357-43D6-8DEE-E3411972FFCF}" destId="{1AC5ED35-CCCE-4059-8032-00F52D5D52EA}" srcOrd="2" destOrd="0" presId="urn:microsoft.com/office/officeart/2008/layout/VerticalCurvedList"/>
    <dgm:cxn modelId="{884C44CF-5D6D-4343-9DE7-1AC0AEA23F59}" type="presParOf" srcId="{868EE911-B357-43D6-8DEE-E3411972FFCF}" destId="{1DF41974-BF5B-43AE-AAC8-3EA9A4644019}" srcOrd="3" destOrd="0" presId="urn:microsoft.com/office/officeart/2008/layout/VerticalCurvedList"/>
    <dgm:cxn modelId="{6BCE3C5E-E826-4CAB-8BF0-38F1FCE85418}" type="presParOf" srcId="{0633A375-2783-4609-93BE-C7D03BF2A340}" destId="{6CB10B2F-9879-444C-B4A0-F363ABCA091A}" srcOrd="1" destOrd="0" presId="urn:microsoft.com/office/officeart/2008/layout/VerticalCurvedList"/>
    <dgm:cxn modelId="{C420F79C-41DB-4E91-8EAA-1DD4E630FA69}" type="presParOf" srcId="{0633A375-2783-4609-93BE-C7D03BF2A340}" destId="{D7CB13C4-E59D-4B93-AF70-475CD78A872A}" srcOrd="2" destOrd="0" presId="urn:microsoft.com/office/officeart/2008/layout/VerticalCurvedList"/>
    <dgm:cxn modelId="{C4607F7A-6F70-48E8-82D6-2CB59DDEF146}" type="presParOf" srcId="{D7CB13C4-E59D-4B93-AF70-475CD78A872A}" destId="{C0EBFD42-BEF6-4EE7-9E97-B792EC2750B1}" srcOrd="0" destOrd="0" presId="urn:microsoft.com/office/officeart/2008/layout/VerticalCurvedList"/>
    <dgm:cxn modelId="{36B00CDC-B5A9-4F47-A416-CE3968320DA4}" type="presParOf" srcId="{0633A375-2783-4609-93BE-C7D03BF2A340}" destId="{20AC5343-B263-453E-9113-2FDE30C5DDA3}" srcOrd="3" destOrd="0" presId="urn:microsoft.com/office/officeart/2008/layout/VerticalCurvedList"/>
    <dgm:cxn modelId="{40D3E3C6-0F29-4917-AA8F-29966FBDB15B}" type="presParOf" srcId="{0633A375-2783-4609-93BE-C7D03BF2A340}" destId="{922875A5-CDDA-482F-ADD9-3E2FF10E006C}" srcOrd="4" destOrd="0" presId="urn:microsoft.com/office/officeart/2008/layout/VerticalCurvedList"/>
    <dgm:cxn modelId="{90D499AF-67D7-42A3-9AD0-5ECAA7A794A5}" type="presParOf" srcId="{922875A5-CDDA-482F-ADD9-3E2FF10E006C}" destId="{EF89F8C3-A96D-4BF5-88D8-8F94599E533C}" srcOrd="0" destOrd="0" presId="urn:microsoft.com/office/officeart/2008/layout/VerticalCurvedList"/>
    <dgm:cxn modelId="{746FA29D-C1B2-45A7-9BFE-E7059FD274DA}" type="presParOf" srcId="{0633A375-2783-4609-93BE-C7D03BF2A340}" destId="{A24FD770-614A-41B5-A9CA-569C7386B1D0}" srcOrd="5" destOrd="0" presId="urn:microsoft.com/office/officeart/2008/layout/VerticalCurvedList"/>
    <dgm:cxn modelId="{CDD80D67-D680-46FD-8F8A-5DC6E2E22BDB}" type="presParOf" srcId="{0633A375-2783-4609-93BE-C7D03BF2A340}" destId="{2D0F9BE1-7440-4BC4-A53A-B1C4E3A913CE}" srcOrd="6" destOrd="0" presId="urn:microsoft.com/office/officeart/2008/layout/VerticalCurvedList"/>
    <dgm:cxn modelId="{D2EED961-D1C0-4F48-B917-CEF94A938572}" type="presParOf" srcId="{2D0F9BE1-7440-4BC4-A53A-B1C4E3A913CE}" destId="{B64BA658-EE10-4819-B2E3-5AC54DC5B199}" srcOrd="0" destOrd="0" presId="urn:microsoft.com/office/officeart/2008/layout/VerticalCurvedList"/>
    <dgm:cxn modelId="{D2C046A3-4391-410E-93A9-9A2E280057A4}" type="presParOf" srcId="{0633A375-2783-4609-93BE-C7D03BF2A340}" destId="{85D374A2-4262-410F-800B-988A373C62C6}" srcOrd="7" destOrd="0" presId="urn:microsoft.com/office/officeart/2008/layout/VerticalCurvedList"/>
    <dgm:cxn modelId="{1051C2ED-B528-4D4E-9135-5557775DB0B4}" type="presParOf" srcId="{0633A375-2783-4609-93BE-C7D03BF2A340}" destId="{661C954E-078F-4CEE-B38C-6E786FCE7030}" srcOrd="8" destOrd="0" presId="urn:microsoft.com/office/officeart/2008/layout/VerticalCurvedList"/>
    <dgm:cxn modelId="{ECBFAED9-A393-4FFA-997A-0E07F249FECB}" type="presParOf" srcId="{661C954E-078F-4CEE-B38C-6E786FCE7030}" destId="{8E3A7CF7-7B13-480D-8426-B0C0046E4C26}" srcOrd="0" destOrd="0" presId="urn:microsoft.com/office/officeart/2008/layout/VerticalCurvedList"/>
    <dgm:cxn modelId="{BF380D2A-F469-4F30-A3D7-D855559455F9}" type="presParOf" srcId="{0633A375-2783-4609-93BE-C7D03BF2A340}" destId="{F78AEB79-CB02-4F89-81BD-172C796338E9}" srcOrd="9" destOrd="0" presId="urn:microsoft.com/office/officeart/2008/layout/VerticalCurvedList"/>
    <dgm:cxn modelId="{605A0DC7-8340-43A7-AAB3-1D6CED8EF500}" type="presParOf" srcId="{0633A375-2783-4609-93BE-C7D03BF2A340}" destId="{B3095D8B-7D1A-4FB6-B7C2-7213BEC7CBE2}" srcOrd="10" destOrd="0" presId="urn:microsoft.com/office/officeart/2008/layout/VerticalCurvedList"/>
    <dgm:cxn modelId="{5F23313D-A77E-41F1-98F0-0C1123F29365}" type="presParOf" srcId="{B3095D8B-7D1A-4FB6-B7C2-7213BEC7CBE2}" destId="{3CB56FDF-A779-4321-9317-BB61FA016D61}" srcOrd="0" destOrd="0" presId="urn:microsoft.com/office/officeart/2008/layout/VerticalCurvedList"/>
    <dgm:cxn modelId="{6A451407-2E9D-47E4-9F63-D6EB7F9DABCD}" type="presParOf" srcId="{0633A375-2783-4609-93BE-C7D03BF2A340}" destId="{683AB623-CBA8-434C-A473-B12BC6E9C2E0}" srcOrd="11" destOrd="0" presId="urn:microsoft.com/office/officeart/2008/layout/VerticalCurvedList"/>
    <dgm:cxn modelId="{951F65E4-FE83-4FA2-85B9-4109B48564E9}" type="presParOf" srcId="{0633A375-2783-4609-93BE-C7D03BF2A340}" destId="{0990E579-A375-427D-A58D-80A4D47A484E}" srcOrd="12" destOrd="0" presId="urn:microsoft.com/office/officeart/2008/layout/VerticalCurvedList"/>
    <dgm:cxn modelId="{2927A592-675A-4440-94EC-A8E2C4A4AA08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997EDF3-F16D-45F3-989D-7070DEC904FD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A1FEA3B-3E93-4B0F-8584-A0D43A46236B}">
      <dgm:prSet phldrT="[Text]"/>
      <dgm:spPr/>
      <dgm:t>
        <a:bodyPr/>
        <a:lstStyle/>
        <a:p>
          <a:r>
            <a:rPr lang="de-DE" dirty="0"/>
            <a:t>Einführung</a:t>
          </a:r>
        </a:p>
      </dgm:t>
    </dgm:pt>
    <dgm:pt modelId="{27F3A8EC-F031-4F06-845A-F1278B2A9173}" type="parTrans" cxnId="{51F17191-CE35-495B-BC40-3A787E903B47}">
      <dgm:prSet/>
      <dgm:spPr/>
      <dgm:t>
        <a:bodyPr/>
        <a:lstStyle/>
        <a:p>
          <a:endParaRPr lang="de-DE"/>
        </a:p>
      </dgm:t>
    </dgm:pt>
    <dgm:pt modelId="{3761138B-2241-4F22-9709-C27A0E843D65}" type="sibTrans" cxnId="{51F17191-CE35-495B-BC40-3A787E903B47}">
      <dgm:prSet/>
      <dgm:spPr/>
      <dgm:t>
        <a:bodyPr/>
        <a:lstStyle/>
        <a:p>
          <a:endParaRPr lang="de-DE"/>
        </a:p>
      </dgm:t>
    </dgm:pt>
    <dgm:pt modelId="{F62B63FE-BD36-48FD-9F99-256A18A94D4C}">
      <dgm:prSet phldrT="[Text]"/>
      <dgm:spPr/>
      <dgm:t>
        <a:bodyPr/>
        <a:lstStyle/>
        <a:p>
          <a:r>
            <a:rPr lang="de-DE" dirty="0"/>
            <a:t>Aktuelle Stand im CFT Portale</a:t>
          </a:r>
        </a:p>
      </dgm:t>
    </dgm:pt>
    <dgm:pt modelId="{6173E240-A325-49BB-87CC-B1F62823974A}" type="parTrans" cxnId="{595F7B8A-BF5B-48EF-90C0-B8BAD3310DD0}">
      <dgm:prSet/>
      <dgm:spPr/>
      <dgm:t>
        <a:bodyPr/>
        <a:lstStyle/>
        <a:p>
          <a:endParaRPr lang="de-DE"/>
        </a:p>
      </dgm:t>
    </dgm:pt>
    <dgm:pt modelId="{E19ADB15-F2BE-44B1-8CAE-0EB234778283}" type="sibTrans" cxnId="{595F7B8A-BF5B-48EF-90C0-B8BAD3310DD0}">
      <dgm:prSet/>
      <dgm:spPr/>
      <dgm:t>
        <a:bodyPr/>
        <a:lstStyle/>
        <a:p>
          <a:endParaRPr lang="de-DE"/>
        </a:p>
      </dgm:t>
    </dgm:pt>
    <dgm:pt modelId="{86B87B53-EBC9-40E5-9DA1-78E3F32D75E7}">
      <dgm:prSet phldrT="[Text]"/>
      <dgm:spPr/>
      <dgm:t>
        <a:bodyPr/>
        <a:lstStyle/>
        <a:p>
          <a:r>
            <a:rPr lang="de-DE" dirty="0"/>
            <a:t>Richtlinien für das CFT Portale</a:t>
          </a:r>
        </a:p>
      </dgm:t>
    </dgm:pt>
    <dgm:pt modelId="{61DE64FF-20D7-49D7-9366-FD42DD1B8F7E}" type="parTrans" cxnId="{4C053CFA-8BDA-4291-B38D-B2A1D60FB3F4}">
      <dgm:prSet/>
      <dgm:spPr/>
      <dgm:t>
        <a:bodyPr/>
        <a:lstStyle/>
        <a:p>
          <a:endParaRPr lang="de-DE"/>
        </a:p>
      </dgm:t>
    </dgm:pt>
    <dgm:pt modelId="{529BCFE6-CB7F-4F79-AA53-4D0B08C58248}" type="sibTrans" cxnId="{4C053CFA-8BDA-4291-B38D-B2A1D60FB3F4}">
      <dgm:prSet/>
      <dgm:spPr/>
      <dgm:t>
        <a:bodyPr/>
        <a:lstStyle/>
        <a:p>
          <a:endParaRPr lang="de-DE"/>
        </a:p>
      </dgm:t>
    </dgm:pt>
    <dgm:pt modelId="{5996AE49-9E4D-42D5-887B-5A9C97427805}">
      <dgm:prSet phldrT="[Text]"/>
      <dgm:spPr/>
      <dgm:t>
        <a:bodyPr/>
        <a:lstStyle/>
        <a:p>
          <a:r>
            <a:rPr lang="de-DE" dirty="0" err="1"/>
            <a:t>Logging</a:t>
          </a:r>
          <a:r>
            <a:rPr lang="de-DE" dirty="0"/>
            <a:t> Allgemein</a:t>
          </a:r>
        </a:p>
      </dgm:t>
    </dgm:pt>
    <dgm:pt modelId="{8C61E663-CE8E-4FB1-A78E-61EB50BE6240}" type="parTrans" cxnId="{67F7441C-1AB2-4E51-9A53-F07C99E72F81}">
      <dgm:prSet/>
      <dgm:spPr/>
      <dgm:t>
        <a:bodyPr/>
        <a:lstStyle/>
        <a:p>
          <a:endParaRPr lang="de-DE"/>
        </a:p>
      </dgm:t>
    </dgm:pt>
    <dgm:pt modelId="{5D9A87C8-0551-4847-93B5-AA68988C6748}" type="sibTrans" cxnId="{67F7441C-1AB2-4E51-9A53-F07C99E72F81}">
      <dgm:prSet/>
      <dgm:spPr/>
      <dgm:t>
        <a:bodyPr/>
        <a:lstStyle/>
        <a:p>
          <a:endParaRPr lang="de-DE"/>
        </a:p>
      </dgm:t>
    </dgm:pt>
    <dgm:pt modelId="{B1C54EDB-27F1-4D0B-A8E2-EBCDA053C028}">
      <dgm:prSet phldrT="[Text]"/>
      <dgm:spPr/>
      <dgm:t>
        <a:bodyPr/>
        <a:lstStyle/>
        <a:p>
          <a:r>
            <a:rPr lang="de-DE" dirty="0"/>
            <a:t>Herausforderungen</a:t>
          </a:r>
        </a:p>
      </dgm:t>
    </dgm:pt>
    <dgm:pt modelId="{C9D61D43-131F-46E4-8C9D-0D98210E724C}" type="parTrans" cxnId="{3276FFFE-84F7-4F4F-A121-990AF68CA966}">
      <dgm:prSet/>
      <dgm:spPr/>
      <dgm:t>
        <a:bodyPr/>
        <a:lstStyle/>
        <a:p>
          <a:endParaRPr lang="de-DE"/>
        </a:p>
      </dgm:t>
    </dgm:pt>
    <dgm:pt modelId="{F9517775-E9D3-4394-9D25-14E1D10433F9}" type="sibTrans" cxnId="{3276FFFE-84F7-4F4F-A121-990AF68CA966}">
      <dgm:prSet/>
      <dgm:spPr/>
      <dgm:t>
        <a:bodyPr/>
        <a:lstStyle/>
        <a:p>
          <a:endParaRPr lang="de-DE"/>
        </a:p>
      </dgm:t>
    </dgm:pt>
    <dgm:pt modelId="{A3914A9D-F3DE-4214-AC4F-18E69F46FB9A}">
      <dgm:prSet phldrT="[Text]"/>
      <dgm:spPr/>
      <dgm:t>
        <a:bodyPr/>
        <a:lstStyle/>
        <a:p>
          <a:r>
            <a:rPr lang="de-DE" dirty="0"/>
            <a:t>Fazit und Ausblick</a:t>
          </a:r>
        </a:p>
      </dgm:t>
    </dgm:pt>
    <dgm:pt modelId="{AA9E1C9F-6567-4A01-96CD-CBA259C73794}" type="parTrans" cxnId="{9E2DF1EF-839C-477B-9B68-DCE6B3C4740F}">
      <dgm:prSet/>
      <dgm:spPr/>
      <dgm:t>
        <a:bodyPr/>
        <a:lstStyle/>
        <a:p>
          <a:endParaRPr lang="de-DE"/>
        </a:p>
      </dgm:t>
    </dgm:pt>
    <dgm:pt modelId="{EFCC1846-A739-4F23-97C8-351E11DB3AC2}" type="sibTrans" cxnId="{9E2DF1EF-839C-477B-9B68-DCE6B3C4740F}">
      <dgm:prSet/>
      <dgm:spPr/>
      <dgm:t>
        <a:bodyPr/>
        <a:lstStyle/>
        <a:p>
          <a:endParaRPr lang="de-DE"/>
        </a:p>
      </dgm:t>
    </dgm:pt>
    <dgm:pt modelId="{184C3F63-B329-4564-9150-04495D528D5E}" type="pres">
      <dgm:prSet presAssocID="{6997EDF3-F16D-45F3-989D-7070DEC904FD}" presName="Name0" presStyleCnt="0">
        <dgm:presLayoutVars>
          <dgm:chMax val="7"/>
          <dgm:chPref val="7"/>
          <dgm:dir/>
        </dgm:presLayoutVars>
      </dgm:prSet>
      <dgm:spPr/>
    </dgm:pt>
    <dgm:pt modelId="{0633A375-2783-4609-93BE-C7D03BF2A340}" type="pres">
      <dgm:prSet presAssocID="{6997EDF3-F16D-45F3-989D-7070DEC904FD}" presName="Name1" presStyleCnt="0"/>
      <dgm:spPr/>
    </dgm:pt>
    <dgm:pt modelId="{868EE911-B357-43D6-8DEE-E3411972FFCF}" type="pres">
      <dgm:prSet presAssocID="{6997EDF3-F16D-45F3-989D-7070DEC904FD}" presName="cycle" presStyleCnt="0"/>
      <dgm:spPr/>
    </dgm:pt>
    <dgm:pt modelId="{171243DC-6A53-42DA-9A24-6E56CCCC6113}" type="pres">
      <dgm:prSet presAssocID="{6997EDF3-F16D-45F3-989D-7070DEC904FD}" presName="srcNode" presStyleLbl="node1" presStyleIdx="0" presStyleCnt="6"/>
      <dgm:spPr/>
    </dgm:pt>
    <dgm:pt modelId="{21AB6E52-E6FB-439F-90D2-48CFDCEA222C}" type="pres">
      <dgm:prSet presAssocID="{6997EDF3-F16D-45F3-989D-7070DEC904FD}" presName="conn" presStyleLbl="parChTrans1D2" presStyleIdx="0" presStyleCnt="1"/>
      <dgm:spPr/>
    </dgm:pt>
    <dgm:pt modelId="{1AC5ED35-CCCE-4059-8032-00F52D5D52EA}" type="pres">
      <dgm:prSet presAssocID="{6997EDF3-F16D-45F3-989D-7070DEC904FD}" presName="extraNode" presStyleLbl="node1" presStyleIdx="0" presStyleCnt="6"/>
      <dgm:spPr/>
    </dgm:pt>
    <dgm:pt modelId="{1DF41974-BF5B-43AE-AAC8-3EA9A4644019}" type="pres">
      <dgm:prSet presAssocID="{6997EDF3-F16D-45F3-989D-7070DEC904FD}" presName="dstNode" presStyleLbl="node1" presStyleIdx="0" presStyleCnt="6"/>
      <dgm:spPr/>
    </dgm:pt>
    <dgm:pt modelId="{6CB10B2F-9879-444C-B4A0-F363ABCA091A}" type="pres">
      <dgm:prSet presAssocID="{EA1FEA3B-3E93-4B0F-8584-A0D43A46236B}" presName="text_1" presStyleLbl="node1" presStyleIdx="0" presStyleCnt="6">
        <dgm:presLayoutVars>
          <dgm:bulletEnabled val="1"/>
        </dgm:presLayoutVars>
      </dgm:prSet>
      <dgm:spPr/>
    </dgm:pt>
    <dgm:pt modelId="{D7CB13C4-E59D-4B93-AF70-475CD78A872A}" type="pres">
      <dgm:prSet presAssocID="{EA1FEA3B-3E93-4B0F-8584-A0D43A46236B}" presName="accent_1" presStyleCnt="0"/>
      <dgm:spPr/>
    </dgm:pt>
    <dgm:pt modelId="{C0EBFD42-BEF6-4EE7-9E97-B792EC2750B1}" type="pres">
      <dgm:prSet presAssocID="{EA1FEA3B-3E93-4B0F-8584-A0D43A46236B}" presName="accentRepeatNode" presStyleLbl="solidFgAcc1" presStyleIdx="0" presStyleCnt="6"/>
      <dgm:spPr>
        <a:solidFill>
          <a:schemeClr val="bg1"/>
        </a:solidFill>
      </dgm:spPr>
    </dgm:pt>
    <dgm:pt modelId="{20AC5343-B263-453E-9113-2FDE30C5DDA3}" type="pres">
      <dgm:prSet presAssocID="{5996AE49-9E4D-42D5-887B-5A9C97427805}" presName="text_2" presStyleLbl="node1" presStyleIdx="1" presStyleCnt="6">
        <dgm:presLayoutVars>
          <dgm:bulletEnabled val="1"/>
        </dgm:presLayoutVars>
      </dgm:prSet>
      <dgm:spPr/>
    </dgm:pt>
    <dgm:pt modelId="{922875A5-CDDA-482F-ADD9-3E2FF10E006C}" type="pres">
      <dgm:prSet presAssocID="{5996AE49-9E4D-42D5-887B-5A9C97427805}" presName="accent_2" presStyleCnt="0"/>
      <dgm:spPr/>
    </dgm:pt>
    <dgm:pt modelId="{EF89F8C3-A96D-4BF5-88D8-8F94599E533C}" type="pres">
      <dgm:prSet presAssocID="{5996AE49-9E4D-42D5-887B-5A9C97427805}" presName="accentRepeatNode" presStyleLbl="solidFgAcc1" presStyleIdx="1" presStyleCnt="6"/>
      <dgm:spPr>
        <a:solidFill>
          <a:schemeClr val="bg1"/>
        </a:solidFill>
      </dgm:spPr>
    </dgm:pt>
    <dgm:pt modelId="{A24FD770-614A-41B5-A9CA-569C7386B1D0}" type="pres">
      <dgm:prSet presAssocID="{F62B63FE-BD36-48FD-9F99-256A18A94D4C}" presName="text_3" presStyleLbl="node1" presStyleIdx="2" presStyleCnt="6">
        <dgm:presLayoutVars>
          <dgm:bulletEnabled val="1"/>
        </dgm:presLayoutVars>
      </dgm:prSet>
      <dgm:spPr/>
    </dgm:pt>
    <dgm:pt modelId="{2D0F9BE1-7440-4BC4-A53A-B1C4E3A913CE}" type="pres">
      <dgm:prSet presAssocID="{F62B63FE-BD36-48FD-9F99-256A18A94D4C}" presName="accent_3" presStyleCnt="0"/>
      <dgm:spPr/>
    </dgm:pt>
    <dgm:pt modelId="{B64BA658-EE10-4819-B2E3-5AC54DC5B199}" type="pres">
      <dgm:prSet presAssocID="{F62B63FE-BD36-48FD-9F99-256A18A94D4C}" presName="accentRepeatNode" presStyleLbl="solidFgAcc1" presStyleIdx="2" presStyleCnt="6"/>
      <dgm:spPr>
        <a:solidFill>
          <a:schemeClr val="bg1"/>
        </a:solidFill>
      </dgm:spPr>
    </dgm:pt>
    <dgm:pt modelId="{85D374A2-4262-410F-800B-988A373C62C6}" type="pres">
      <dgm:prSet presAssocID="{86B87B53-EBC9-40E5-9DA1-78E3F32D75E7}" presName="text_4" presStyleLbl="node1" presStyleIdx="3" presStyleCnt="6">
        <dgm:presLayoutVars>
          <dgm:bulletEnabled val="1"/>
        </dgm:presLayoutVars>
      </dgm:prSet>
      <dgm:spPr/>
    </dgm:pt>
    <dgm:pt modelId="{661C954E-078F-4CEE-B38C-6E786FCE7030}" type="pres">
      <dgm:prSet presAssocID="{86B87B53-EBC9-40E5-9DA1-78E3F32D75E7}" presName="accent_4" presStyleCnt="0"/>
      <dgm:spPr/>
    </dgm:pt>
    <dgm:pt modelId="{8E3A7CF7-7B13-480D-8426-B0C0046E4C26}" type="pres">
      <dgm:prSet presAssocID="{86B87B53-EBC9-40E5-9DA1-78E3F32D75E7}" presName="accentRepeatNode" presStyleLbl="solidFgAcc1" presStyleIdx="3" presStyleCnt="6"/>
      <dgm:spPr>
        <a:solidFill>
          <a:schemeClr val="bg1"/>
        </a:solidFill>
      </dgm:spPr>
    </dgm:pt>
    <dgm:pt modelId="{F78AEB79-CB02-4F89-81BD-172C796338E9}" type="pres">
      <dgm:prSet presAssocID="{B1C54EDB-27F1-4D0B-A8E2-EBCDA053C028}" presName="text_5" presStyleLbl="node1" presStyleIdx="4" presStyleCnt="6">
        <dgm:presLayoutVars>
          <dgm:bulletEnabled val="1"/>
        </dgm:presLayoutVars>
      </dgm:prSet>
      <dgm:spPr/>
    </dgm:pt>
    <dgm:pt modelId="{B3095D8B-7D1A-4FB6-B7C2-7213BEC7CBE2}" type="pres">
      <dgm:prSet presAssocID="{B1C54EDB-27F1-4D0B-A8E2-EBCDA053C028}" presName="accent_5" presStyleCnt="0"/>
      <dgm:spPr/>
    </dgm:pt>
    <dgm:pt modelId="{3CB56FDF-A779-4321-9317-BB61FA016D61}" type="pres">
      <dgm:prSet presAssocID="{B1C54EDB-27F1-4D0B-A8E2-EBCDA053C028}" presName="accentRepeatNode" presStyleLbl="solidFgAcc1" presStyleIdx="4" presStyleCnt="6"/>
      <dgm:spPr>
        <a:solidFill>
          <a:schemeClr val="bg1"/>
        </a:solidFill>
      </dgm:spPr>
    </dgm:pt>
    <dgm:pt modelId="{683AB623-CBA8-434C-A473-B12BC6E9C2E0}" type="pres">
      <dgm:prSet presAssocID="{A3914A9D-F3DE-4214-AC4F-18E69F46FB9A}" presName="text_6" presStyleLbl="node1" presStyleIdx="5" presStyleCnt="6">
        <dgm:presLayoutVars>
          <dgm:bulletEnabled val="1"/>
        </dgm:presLayoutVars>
      </dgm:prSet>
      <dgm:spPr/>
    </dgm:pt>
    <dgm:pt modelId="{0990E579-A375-427D-A58D-80A4D47A484E}" type="pres">
      <dgm:prSet presAssocID="{A3914A9D-F3DE-4214-AC4F-18E69F46FB9A}" presName="accent_6" presStyleCnt="0"/>
      <dgm:spPr/>
    </dgm:pt>
    <dgm:pt modelId="{8F27E2FE-3F4F-4C7F-9F0B-2400E96D2778}" type="pres">
      <dgm:prSet presAssocID="{A3914A9D-F3DE-4214-AC4F-18E69F46FB9A}" presName="accentRepeatNode" presStyleLbl="solidFgAcc1" presStyleIdx="5" presStyleCnt="6"/>
      <dgm:spPr>
        <a:solidFill>
          <a:srgbClr val="8E969D"/>
        </a:solidFill>
      </dgm:spPr>
    </dgm:pt>
  </dgm:ptLst>
  <dgm:cxnLst>
    <dgm:cxn modelId="{5AAD1211-C379-442B-B468-40CA65F14A4C}" type="presOf" srcId="{A3914A9D-F3DE-4214-AC4F-18E69F46FB9A}" destId="{683AB623-CBA8-434C-A473-B12BC6E9C2E0}" srcOrd="0" destOrd="0" presId="urn:microsoft.com/office/officeart/2008/layout/VerticalCurvedList"/>
    <dgm:cxn modelId="{67F7441C-1AB2-4E51-9A53-F07C99E72F81}" srcId="{6997EDF3-F16D-45F3-989D-7070DEC904FD}" destId="{5996AE49-9E4D-42D5-887B-5A9C97427805}" srcOrd="1" destOrd="0" parTransId="{8C61E663-CE8E-4FB1-A78E-61EB50BE6240}" sibTransId="{5D9A87C8-0551-4847-93B5-AA68988C6748}"/>
    <dgm:cxn modelId="{595F7B8A-BF5B-48EF-90C0-B8BAD3310DD0}" srcId="{6997EDF3-F16D-45F3-989D-7070DEC904FD}" destId="{F62B63FE-BD36-48FD-9F99-256A18A94D4C}" srcOrd="2" destOrd="0" parTransId="{6173E240-A325-49BB-87CC-B1F62823974A}" sibTransId="{E19ADB15-F2BE-44B1-8CAE-0EB234778283}"/>
    <dgm:cxn modelId="{51F17191-CE35-495B-BC40-3A787E903B47}" srcId="{6997EDF3-F16D-45F3-989D-7070DEC904FD}" destId="{EA1FEA3B-3E93-4B0F-8584-A0D43A46236B}" srcOrd="0" destOrd="0" parTransId="{27F3A8EC-F031-4F06-845A-F1278B2A9173}" sibTransId="{3761138B-2241-4F22-9709-C27A0E843D65}"/>
    <dgm:cxn modelId="{D8D31B99-A9B8-4816-BFBA-CB98B970C0CB}" type="presOf" srcId="{6997EDF3-F16D-45F3-989D-7070DEC904FD}" destId="{184C3F63-B329-4564-9150-04495D528D5E}" srcOrd="0" destOrd="0" presId="urn:microsoft.com/office/officeart/2008/layout/VerticalCurvedList"/>
    <dgm:cxn modelId="{6CB035D6-0E03-4500-863A-C58C786FBAE2}" type="presOf" srcId="{F62B63FE-BD36-48FD-9F99-256A18A94D4C}" destId="{A24FD770-614A-41B5-A9CA-569C7386B1D0}" srcOrd="0" destOrd="0" presId="urn:microsoft.com/office/officeart/2008/layout/VerticalCurvedList"/>
    <dgm:cxn modelId="{DDB6E8DC-4B9C-45F1-9AFC-D3AF38332F8F}" type="presOf" srcId="{EA1FEA3B-3E93-4B0F-8584-A0D43A46236B}" destId="{6CB10B2F-9879-444C-B4A0-F363ABCA091A}" srcOrd="0" destOrd="0" presId="urn:microsoft.com/office/officeart/2008/layout/VerticalCurvedList"/>
    <dgm:cxn modelId="{053981E4-9DBD-4014-9D15-9AEC40A535F7}" type="presOf" srcId="{B1C54EDB-27F1-4D0B-A8E2-EBCDA053C028}" destId="{F78AEB79-CB02-4F89-81BD-172C796338E9}" srcOrd="0" destOrd="0" presId="urn:microsoft.com/office/officeart/2008/layout/VerticalCurvedList"/>
    <dgm:cxn modelId="{9E2DF1EF-839C-477B-9B68-DCE6B3C4740F}" srcId="{6997EDF3-F16D-45F3-989D-7070DEC904FD}" destId="{A3914A9D-F3DE-4214-AC4F-18E69F46FB9A}" srcOrd="5" destOrd="0" parTransId="{AA9E1C9F-6567-4A01-96CD-CBA259C73794}" sibTransId="{EFCC1846-A739-4F23-97C8-351E11DB3AC2}"/>
    <dgm:cxn modelId="{D2E826F9-45CB-42CA-94D7-985D99EB0635}" type="presOf" srcId="{3761138B-2241-4F22-9709-C27A0E843D65}" destId="{21AB6E52-E6FB-439F-90D2-48CFDCEA222C}" srcOrd="0" destOrd="0" presId="urn:microsoft.com/office/officeart/2008/layout/VerticalCurvedList"/>
    <dgm:cxn modelId="{0A85D5F9-BD7E-40EE-BD8C-E8A9A3148E2A}" type="presOf" srcId="{5996AE49-9E4D-42D5-887B-5A9C97427805}" destId="{20AC5343-B263-453E-9113-2FDE30C5DDA3}" srcOrd="0" destOrd="0" presId="urn:microsoft.com/office/officeart/2008/layout/VerticalCurvedList"/>
    <dgm:cxn modelId="{4C053CFA-8BDA-4291-B38D-B2A1D60FB3F4}" srcId="{6997EDF3-F16D-45F3-989D-7070DEC904FD}" destId="{86B87B53-EBC9-40E5-9DA1-78E3F32D75E7}" srcOrd="3" destOrd="0" parTransId="{61DE64FF-20D7-49D7-9366-FD42DD1B8F7E}" sibTransId="{529BCFE6-CB7F-4F79-AA53-4D0B08C58248}"/>
    <dgm:cxn modelId="{3276FFFE-84F7-4F4F-A121-990AF68CA966}" srcId="{6997EDF3-F16D-45F3-989D-7070DEC904FD}" destId="{B1C54EDB-27F1-4D0B-A8E2-EBCDA053C028}" srcOrd="4" destOrd="0" parTransId="{C9D61D43-131F-46E4-8C9D-0D98210E724C}" sibTransId="{F9517775-E9D3-4394-9D25-14E1D10433F9}"/>
    <dgm:cxn modelId="{8F3F58FF-DBFC-4852-BE3A-34A8D1CF9A65}" type="presOf" srcId="{86B87B53-EBC9-40E5-9DA1-78E3F32D75E7}" destId="{85D374A2-4262-410F-800B-988A373C62C6}" srcOrd="0" destOrd="0" presId="urn:microsoft.com/office/officeart/2008/layout/VerticalCurvedList"/>
    <dgm:cxn modelId="{DE538AC9-B2F8-46A2-89E6-CF7B4141888A}" type="presParOf" srcId="{184C3F63-B329-4564-9150-04495D528D5E}" destId="{0633A375-2783-4609-93BE-C7D03BF2A340}" srcOrd="0" destOrd="0" presId="urn:microsoft.com/office/officeart/2008/layout/VerticalCurvedList"/>
    <dgm:cxn modelId="{22A93BC5-D151-4280-9C8A-027B9E5F7C2A}" type="presParOf" srcId="{0633A375-2783-4609-93BE-C7D03BF2A340}" destId="{868EE911-B357-43D6-8DEE-E3411972FFCF}" srcOrd="0" destOrd="0" presId="urn:microsoft.com/office/officeart/2008/layout/VerticalCurvedList"/>
    <dgm:cxn modelId="{ED4A77F5-9ABB-4F5D-9B3C-90FF3160C43E}" type="presParOf" srcId="{868EE911-B357-43D6-8DEE-E3411972FFCF}" destId="{171243DC-6A53-42DA-9A24-6E56CCCC6113}" srcOrd="0" destOrd="0" presId="urn:microsoft.com/office/officeart/2008/layout/VerticalCurvedList"/>
    <dgm:cxn modelId="{4E3DD286-3B96-4370-8EE5-5449B18D4DE7}" type="presParOf" srcId="{868EE911-B357-43D6-8DEE-E3411972FFCF}" destId="{21AB6E52-E6FB-439F-90D2-48CFDCEA222C}" srcOrd="1" destOrd="0" presId="urn:microsoft.com/office/officeart/2008/layout/VerticalCurvedList"/>
    <dgm:cxn modelId="{BDDB6942-EBB1-49C4-AABE-A320169F7278}" type="presParOf" srcId="{868EE911-B357-43D6-8DEE-E3411972FFCF}" destId="{1AC5ED35-CCCE-4059-8032-00F52D5D52EA}" srcOrd="2" destOrd="0" presId="urn:microsoft.com/office/officeart/2008/layout/VerticalCurvedList"/>
    <dgm:cxn modelId="{C84931CE-BFF5-40D8-87C9-764F323008E5}" type="presParOf" srcId="{868EE911-B357-43D6-8DEE-E3411972FFCF}" destId="{1DF41974-BF5B-43AE-AAC8-3EA9A4644019}" srcOrd="3" destOrd="0" presId="urn:microsoft.com/office/officeart/2008/layout/VerticalCurvedList"/>
    <dgm:cxn modelId="{D4177B9A-CDE8-4699-8A8B-3A712A7150F4}" type="presParOf" srcId="{0633A375-2783-4609-93BE-C7D03BF2A340}" destId="{6CB10B2F-9879-444C-B4A0-F363ABCA091A}" srcOrd="1" destOrd="0" presId="urn:microsoft.com/office/officeart/2008/layout/VerticalCurvedList"/>
    <dgm:cxn modelId="{03EC3CF5-0757-4B7A-AB4C-B74BBC23E672}" type="presParOf" srcId="{0633A375-2783-4609-93BE-C7D03BF2A340}" destId="{D7CB13C4-E59D-4B93-AF70-475CD78A872A}" srcOrd="2" destOrd="0" presId="urn:microsoft.com/office/officeart/2008/layout/VerticalCurvedList"/>
    <dgm:cxn modelId="{CDEBEE6B-1E08-46C6-A787-234668E68D2E}" type="presParOf" srcId="{D7CB13C4-E59D-4B93-AF70-475CD78A872A}" destId="{C0EBFD42-BEF6-4EE7-9E97-B792EC2750B1}" srcOrd="0" destOrd="0" presId="urn:microsoft.com/office/officeart/2008/layout/VerticalCurvedList"/>
    <dgm:cxn modelId="{79DA3E02-9ACB-4BAC-97BB-B1019287A769}" type="presParOf" srcId="{0633A375-2783-4609-93BE-C7D03BF2A340}" destId="{20AC5343-B263-453E-9113-2FDE30C5DDA3}" srcOrd="3" destOrd="0" presId="urn:microsoft.com/office/officeart/2008/layout/VerticalCurvedList"/>
    <dgm:cxn modelId="{6BC978D7-8AA4-4F54-B4F8-817AD382FEF4}" type="presParOf" srcId="{0633A375-2783-4609-93BE-C7D03BF2A340}" destId="{922875A5-CDDA-482F-ADD9-3E2FF10E006C}" srcOrd="4" destOrd="0" presId="urn:microsoft.com/office/officeart/2008/layout/VerticalCurvedList"/>
    <dgm:cxn modelId="{913EA4ED-8FB6-4D2F-BF91-5F4040C65EDA}" type="presParOf" srcId="{922875A5-CDDA-482F-ADD9-3E2FF10E006C}" destId="{EF89F8C3-A96D-4BF5-88D8-8F94599E533C}" srcOrd="0" destOrd="0" presId="urn:microsoft.com/office/officeart/2008/layout/VerticalCurvedList"/>
    <dgm:cxn modelId="{FB5FBD40-0F8F-41E5-85E5-3C1035BC3CD5}" type="presParOf" srcId="{0633A375-2783-4609-93BE-C7D03BF2A340}" destId="{A24FD770-614A-41B5-A9CA-569C7386B1D0}" srcOrd="5" destOrd="0" presId="urn:microsoft.com/office/officeart/2008/layout/VerticalCurvedList"/>
    <dgm:cxn modelId="{4927BBBA-99B1-471E-AB97-57C9A96EB039}" type="presParOf" srcId="{0633A375-2783-4609-93BE-C7D03BF2A340}" destId="{2D0F9BE1-7440-4BC4-A53A-B1C4E3A913CE}" srcOrd="6" destOrd="0" presId="urn:microsoft.com/office/officeart/2008/layout/VerticalCurvedList"/>
    <dgm:cxn modelId="{36533AF8-C762-4988-A148-232948EE9924}" type="presParOf" srcId="{2D0F9BE1-7440-4BC4-A53A-B1C4E3A913CE}" destId="{B64BA658-EE10-4819-B2E3-5AC54DC5B199}" srcOrd="0" destOrd="0" presId="urn:microsoft.com/office/officeart/2008/layout/VerticalCurvedList"/>
    <dgm:cxn modelId="{39590886-C470-4E5E-8015-284D39448064}" type="presParOf" srcId="{0633A375-2783-4609-93BE-C7D03BF2A340}" destId="{85D374A2-4262-410F-800B-988A373C62C6}" srcOrd="7" destOrd="0" presId="urn:microsoft.com/office/officeart/2008/layout/VerticalCurvedList"/>
    <dgm:cxn modelId="{BB70DD96-CE0D-4D2C-8EC6-7164592B84AD}" type="presParOf" srcId="{0633A375-2783-4609-93BE-C7D03BF2A340}" destId="{661C954E-078F-4CEE-B38C-6E786FCE7030}" srcOrd="8" destOrd="0" presId="urn:microsoft.com/office/officeart/2008/layout/VerticalCurvedList"/>
    <dgm:cxn modelId="{822D4478-6918-4124-9953-5717AEA7BF2F}" type="presParOf" srcId="{661C954E-078F-4CEE-B38C-6E786FCE7030}" destId="{8E3A7CF7-7B13-480D-8426-B0C0046E4C26}" srcOrd="0" destOrd="0" presId="urn:microsoft.com/office/officeart/2008/layout/VerticalCurvedList"/>
    <dgm:cxn modelId="{6CA1B42A-E08B-4F1C-BC34-3327FA0934A7}" type="presParOf" srcId="{0633A375-2783-4609-93BE-C7D03BF2A340}" destId="{F78AEB79-CB02-4F89-81BD-172C796338E9}" srcOrd="9" destOrd="0" presId="urn:microsoft.com/office/officeart/2008/layout/VerticalCurvedList"/>
    <dgm:cxn modelId="{B7FF4CD7-4634-418F-9DBB-3E93D1FE5134}" type="presParOf" srcId="{0633A375-2783-4609-93BE-C7D03BF2A340}" destId="{B3095D8B-7D1A-4FB6-B7C2-7213BEC7CBE2}" srcOrd="10" destOrd="0" presId="urn:microsoft.com/office/officeart/2008/layout/VerticalCurvedList"/>
    <dgm:cxn modelId="{74A81586-2D19-4411-A4AB-4E9C6AF2349A}" type="presParOf" srcId="{B3095D8B-7D1A-4FB6-B7C2-7213BEC7CBE2}" destId="{3CB56FDF-A779-4321-9317-BB61FA016D61}" srcOrd="0" destOrd="0" presId="urn:microsoft.com/office/officeart/2008/layout/VerticalCurvedList"/>
    <dgm:cxn modelId="{568D2A0F-7EAD-4240-A265-086E46FF7E23}" type="presParOf" srcId="{0633A375-2783-4609-93BE-C7D03BF2A340}" destId="{683AB623-CBA8-434C-A473-B12BC6E9C2E0}" srcOrd="11" destOrd="0" presId="urn:microsoft.com/office/officeart/2008/layout/VerticalCurvedList"/>
    <dgm:cxn modelId="{43769FC6-3B5D-41E7-BF4F-746E99BA2B16}" type="presParOf" srcId="{0633A375-2783-4609-93BE-C7D03BF2A340}" destId="{0990E579-A375-427D-A58D-80A4D47A484E}" srcOrd="12" destOrd="0" presId="urn:microsoft.com/office/officeart/2008/layout/VerticalCurvedList"/>
    <dgm:cxn modelId="{16B8DF2D-384E-4F83-90F3-9FA265DFF3D1}" type="presParOf" srcId="{0990E579-A375-427D-A58D-80A4D47A484E}" destId="{8F27E2FE-3F4F-4C7F-9F0B-2400E96D27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/>
      <dgm:spPr/>
      <dgm:t>
        <a:bodyPr/>
        <a:lstStyle/>
        <a:p>
          <a:r>
            <a:rPr lang="de-DE" dirty="0" err="1"/>
            <a:t>Logging</a:t>
          </a:r>
          <a:r>
            <a:rPr lang="de-DE" dirty="0"/>
            <a:t> Code ist chaotisch und unstrukturiert</a:t>
          </a:r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4A0704A9-02B1-44F5-8E00-87DE7CFF72AC}">
      <dgm:prSet phldrT="[Text]"/>
      <dgm:spPr/>
      <dgm:t>
        <a:bodyPr/>
        <a:lstStyle/>
        <a:p>
          <a:r>
            <a:rPr lang="de-DE" dirty="0"/>
            <a:t>Team</a:t>
          </a:r>
          <a:r>
            <a:rPr lang="de-DE" baseline="0" dirty="0"/>
            <a:t> nutzt veraltetes Framework</a:t>
          </a:r>
        </a:p>
      </dgm:t>
    </dgm:pt>
    <dgm:pt modelId="{67372352-1F4C-4D7F-8B42-1FD93B25D22C}" type="parTrans" cxnId="{75D26D11-CE15-44C1-ADCD-748B1AFE185A}">
      <dgm:prSet/>
      <dgm:spPr/>
      <dgm:t>
        <a:bodyPr/>
        <a:lstStyle/>
        <a:p>
          <a:endParaRPr lang="de-DE"/>
        </a:p>
      </dgm:t>
    </dgm:pt>
    <dgm:pt modelId="{AF8F996B-8283-4702-827B-E7235C070373}" type="sibTrans" cxnId="{75D26D11-CE15-44C1-ADCD-748B1AFE185A}">
      <dgm:prSet/>
      <dgm:spPr/>
      <dgm:t>
        <a:bodyPr/>
        <a:lstStyle/>
        <a:p>
          <a:endParaRPr lang="de-DE"/>
        </a:p>
      </dgm:t>
    </dgm:pt>
    <dgm:pt modelId="{A82CF85E-C859-4E71-BB55-4745C9E8B290}">
      <dgm:prSet phldrT="[Text]"/>
      <dgm:spPr/>
      <dgm:t>
        <a:bodyPr/>
        <a:lstStyle/>
        <a:p>
          <a:r>
            <a:rPr lang="de-DE" baseline="0" dirty="0"/>
            <a:t>Strukturiertes Arbeiten durch Richtlinien möglich</a:t>
          </a:r>
        </a:p>
      </dgm:t>
    </dgm:pt>
    <dgm:pt modelId="{8FA44059-BCC1-4D63-A7C0-B8B059C27938}" type="parTrans" cxnId="{9C9324DC-5958-4489-A7F0-B172E97A7747}">
      <dgm:prSet/>
      <dgm:spPr/>
      <dgm:t>
        <a:bodyPr/>
        <a:lstStyle/>
        <a:p>
          <a:endParaRPr lang="de-DE"/>
        </a:p>
      </dgm:t>
    </dgm:pt>
    <dgm:pt modelId="{6F1A40E9-D080-421A-AE8F-9006A1E04C24}" type="sibTrans" cxnId="{9C9324DC-5958-4489-A7F0-B172E97A7747}">
      <dgm:prSet/>
      <dgm:spPr/>
      <dgm:t>
        <a:bodyPr/>
        <a:lstStyle/>
        <a:p>
          <a:endParaRPr lang="de-DE"/>
        </a:p>
      </dgm:t>
    </dgm:pt>
    <dgm:pt modelId="{391A254B-A064-49A0-81B6-9012E0DBA92B}">
      <dgm:prSet phldrT="[Text]"/>
      <dgm:spPr/>
      <dgm:t>
        <a:bodyPr/>
        <a:lstStyle/>
        <a:p>
          <a:r>
            <a:rPr lang="de-DE" baseline="0" dirty="0"/>
            <a:t>Zentralisiertet </a:t>
          </a:r>
          <a:r>
            <a:rPr lang="de-DE" baseline="0" dirty="0" err="1"/>
            <a:t>Logging</a:t>
          </a:r>
          <a:r>
            <a:rPr lang="de-DE" baseline="0" dirty="0"/>
            <a:t> Server</a:t>
          </a:r>
        </a:p>
      </dgm:t>
    </dgm:pt>
    <dgm:pt modelId="{672D4519-9F45-4DE0-93C6-8B615582E57A}" type="parTrans" cxnId="{BD54D3F1-8650-4FFB-8DB8-D3C2A808512A}">
      <dgm:prSet/>
      <dgm:spPr/>
      <dgm:t>
        <a:bodyPr/>
        <a:lstStyle/>
        <a:p>
          <a:endParaRPr lang="de-DE"/>
        </a:p>
      </dgm:t>
    </dgm:pt>
    <dgm:pt modelId="{267CF884-9C93-4EE6-9885-ED8DC46F8D50}" type="sibTrans" cxnId="{BD54D3F1-8650-4FFB-8DB8-D3C2A808512A}">
      <dgm:prSet/>
      <dgm:spPr/>
      <dgm:t>
        <a:bodyPr/>
        <a:lstStyle/>
        <a:p>
          <a:endParaRPr lang="de-DE"/>
        </a:p>
      </dgm:t>
    </dgm:pt>
    <dgm:pt modelId="{91CD15F1-FA0D-44DC-A63D-ECA5DF509688}" type="pres">
      <dgm:prSet presAssocID="{F95EEEA6-80DC-4C2F-A2FC-D1A31FCB322E}" presName="linear" presStyleCnt="0">
        <dgm:presLayoutVars>
          <dgm:animLvl val="lvl"/>
          <dgm:resizeHandles val="exact"/>
        </dgm:presLayoutVars>
      </dgm:prSet>
      <dgm:spPr/>
    </dgm:pt>
    <dgm:pt modelId="{E3716B09-971D-40F3-A5AF-A3AB2FF637FC}" type="pres">
      <dgm:prSet presAssocID="{B6E43522-BE96-4F69-BBAD-FC911A0351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E8D4B3-E90F-4E97-B871-16777853E7CE}" type="pres">
      <dgm:prSet presAssocID="{328B7052-87F7-4920-A2B5-7F2998AB44C4}" presName="spacer" presStyleCnt="0"/>
      <dgm:spPr/>
    </dgm:pt>
    <dgm:pt modelId="{444DBBC2-B33E-4F50-ADC5-CDAE3C141030}" type="pres">
      <dgm:prSet presAssocID="{4A0704A9-02B1-44F5-8E00-87DE7CFF72A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5353640-4862-49AC-9936-ADD7E02E19FC}" type="pres">
      <dgm:prSet presAssocID="{AF8F996B-8283-4702-827B-E7235C070373}" presName="spacer" presStyleCnt="0"/>
      <dgm:spPr/>
    </dgm:pt>
    <dgm:pt modelId="{2F698E21-69A4-408D-BD3B-D8654374939D}" type="pres">
      <dgm:prSet presAssocID="{A82CF85E-C859-4E71-BB55-4745C9E8B29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8F98678-E385-480C-BC9A-60B474DF3102}" type="pres">
      <dgm:prSet presAssocID="{6F1A40E9-D080-421A-AE8F-9006A1E04C24}" presName="spacer" presStyleCnt="0"/>
      <dgm:spPr/>
    </dgm:pt>
    <dgm:pt modelId="{AC5B7F97-E1E6-4412-8185-07026A399ADF}" type="pres">
      <dgm:prSet presAssocID="{391A254B-A064-49A0-81B6-9012E0DBA92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5D26D11-CE15-44C1-ADCD-748B1AFE185A}" srcId="{F95EEEA6-80DC-4C2F-A2FC-D1A31FCB322E}" destId="{4A0704A9-02B1-44F5-8E00-87DE7CFF72AC}" srcOrd="1" destOrd="0" parTransId="{67372352-1F4C-4D7F-8B42-1FD93B25D22C}" sibTransId="{AF8F996B-8283-4702-827B-E7235C070373}"/>
    <dgm:cxn modelId="{BF70D619-D4BD-4AD9-BB94-D85856161769}" srcId="{F95EEEA6-80DC-4C2F-A2FC-D1A31FCB322E}" destId="{B6E43522-BE96-4F69-BBAD-FC911A035191}" srcOrd="0" destOrd="0" parTransId="{87FA34B1-728C-4FE2-B543-5B57439D1063}" sibTransId="{328B7052-87F7-4920-A2B5-7F2998AB44C4}"/>
    <dgm:cxn modelId="{8C067F1B-6CAD-45D8-836C-6CDA5805FA53}" type="presOf" srcId="{391A254B-A064-49A0-81B6-9012E0DBA92B}" destId="{AC5B7F97-E1E6-4412-8185-07026A399ADF}" srcOrd="0" destOrd="0" presId="urn:microsoft.com/office/officeart/2005/8/layout/vList2"/>
    <dgm:cxn modelId="{0630AF22-48DE-4EC2-993F-213BA4C0E47D}" type="presOf" srcId="{A82CF85E-C859-4E71-BB55-4745C9E8B290}" destId="{2F698E21-69A4-408D-BD3B-D8654374939D}" srcOrd="0" destOrd="0" presId="urn:microsoft.com/office/officeart/2005/8/layout/vList2"/>
    <dgm:cxn modelId="{830FED39-7BFD-4F42-88CD-0CC93DF613AD}" type="presOf" srcId="{F95EEEA6-80DC-4C2F-A2FC-D1A31FCB322E}" destId="{91CD15F1-FA0D-44DC-A63D-ECA5DF509688}" srcOrd="0" destOrd="0" presId="urn:microsoft.com/office/officeart/2005/8/layout/vList2"/>
    <dgm:cxn modelId="{1200FD8E-F9F1-450A-BA00-F0CA887A5202}" type="presOf" srcId="{4A0704A9-02B1-44F5-8E00-87DE7CFF72AC}" destId="{444DBBC2-B33E-4F50-ADC5-CDAE3C141030}" srcOrd="0" destOrd="0" presId="urn:microsoft.com/office/officeart/2005/8/layout/vList2"/>
    <dgm:cxn modelId="{543C5BCB-40E9-4818-ACE1-BBA7024B24D6}" type="presOf" srcId="{B6E43522-BE96-4F69-BBAD-FC911A035191}" destId="{E3716B09-971D-40F3-A5AF-A3AB2FF637FC}" srcOrd="0" destOrd="0" presId="urn:microsoft.com/office/officeart/2005/8/layout/vList2"/>
    <dgm:cxn modelId="{9C9324DC-5958-4489-A7F0-B172E97A7747}" srcId="{F95EEEA6-80DC-4C2F-A2FC-D1A31FCB322E}" destId="{A82CF85E-C859-4E71-BB55-4745C9E8B290}" srcOrd="2" destOrd="0" parTransId="{8FA44059-BCC1-4D63-A7C0-B8B059C27938}" sibTransId="{6F1A40E9-D080-421A-AE8F-9006A1E04C24}"/>
    <dgm:cxn modelId="{BD54D3F1-8650-4FFB-8DB8-D3C2A808512A}" srcId="{F95EEEA6-80DC-4C2F-A2FC-D1A31FCB322E}" destId="{391A254B-A064-49A0-81B6-9012E0DBA92B}" srcOrd="3" destOrd="0" parTransId="{672D4519-9F45-4DE0-93C6-8B615582E57A}" sibTransId="{267CF884-9C93-4EE6-9885-ED8DC46F8D50}"/>
    <dgm:cxn modelId="{D6783A40-8F17-4010-9CCF-EF56332F4BDC}" type="presParOf" srcId="{91CD15F1-FA0D-44DC-A63D-ECA5DF509688}" destId="{E3716B09-971D-40F3-A5AF-A3AB2FF637FC}" srcOrd="0" destOrd="0" presId="urn:microsoft.com/office/officeart/2005/8/layout/vList2"/>
    <dgm:cxn modelId="{F6B65FA0-B133-4D84-9E04-33CCD4366016}" type="presParOf" srcId="{91CD15F1-FA0D-44DC-A63D-ECA5DF509688}" destId="{B5E8D4B3-E90F-4E97-B871-16777853E7CE}" srcOrd="1" destOrd="0" presId="urn:microsoft.com/office/officeart/2005/8/layout/vList2"/>
    <dgm:cxn modelId="{3EEA28FA-2F8C-4212-B8A6-01B04F9D5857}" type="presParOf" srcId="{91CD15F1-FA0D-44DC-A63D-ECA5DF509688}" destId="{444DBBC2-B33E-4F50-ADC5-CDAE3C141030}" srcOrd="2" destOrd="0" presId="urn:microsoft.com/office/officeart/2005/8/layout/vList2"/>
    <dgm:cxn modelId="{228540C3-746A-4A22-A4CA-8B1F0EFEDA5A}" type="presParOf" srcId="{91CD15F1-FA0D-44DC-A63D-ECA5DF509688}" destId="{65353640-4862-49AC-9936-ADD7E02E19FC}" srcOrd="3" destOrd="0" presId="urn:microsoft.com/office/officeart/2005/8/layout/vList2"/>
    <dgm:cxn modelId="{E7B163EE-BE1A-40EE-BE8A-957360390A15}" type="presParOf" srcId="{91CD15F1-FA0D-44DC-A63D-ECA5DF509688}" destId="{2F698E21-69A4-408D-BD3B-D8654374939D}" srcOrd="4" destOrd="0" presId="urn:microsoft.com/office/officeart/2005/8/layout/vList2"/>
    <dgm:cxn modelId="{A2E7B6D1-1D54-4FCD-8C7A-737524BA39A0}" type="presParOf" srcId="{91CD15F1-FA0D-44DC-A63D-ECA5DF509688}" destId="{38F98678-E385-480C-BC9A-60B474DF3102}" srcOrd="5" destOrd="0" presId="urn:microsoft.com/office/officeart/2005/8/layout/vList2"/>
    <dgm:cxn modelId="{C12304A8-3008-450B-B594-317F19B2A44F}" type="presParOf" srcId="{91CD15F1-FA0D-44DC-A63D-ECA5DF509688}" destId="{AC5B7F97-E1E6-4412-8185-07026A399AD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95EEEA6-80DC-4C2F-A2FC-D1A31FCB32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6E43522-BE96-4F69-BBAD-FC911A035191}">
      <dgm:prSet phldrT="[Text]"/>
      <dgm:spPr/>
      <dgm:t>
        <a:bodyPr/>
        <a:lstStyle/>
        <a:p>
          <a:r>
            <a:rPr lang="de-DE" dirty="0"/>
            <a:t>Umsetzen</a:t>
          </a:r>
          <a:r>
            <a:rPr lang="de-DE" baseline="0" dirty="0"/>
            <a:t> der Richtlinien</a:t>
          </a:r>
          <a:endParaRPr lang="de-DE" dirty="0"/>
        </a:p>
      </dgm:t>
    </dgm:pt>
    <dgm:pt modelId="{87FA34B1-728C-4FE2-B543-5B57439D1063}" type="parTrans" cxnId="{BF70D619-D4BD-4AD9-BB94-D85856161769}">
      <dgm:prSet/>
      <dgm:spPr/>
      <dgm:t>
        <a:bodyPr/>
        <a:lstStyle/>
        <a:p>
          <a:endParaRPr lang="de-DE"/>
        </a:p>
      </dgm:t>
    </dgm:pt>
    <dgm:pt modelId="{328B7052-87F7-4920-A2B5-7F2998AB44C4}" type="sibTrans" cxnId="{BF70D619-D4BD-4AD9-BB94-D85856161769}">
      <dgm:prSet/>
      <dgm:spPr/>
      <dgm:t>
        <a:bodyPr/>
        <a:lstStyle/>
        <a:p>
          <a:endParaRPr lang="de-DE"/>
        </a:p>
      </dgm:t>
    </dgm:pt>
    <dgm:pt modelId="{811800F1-D792-4671-8A98-22ACB524E3FF}">
      <dgm:prSet phldrT="[Text]"/>
      <dgm:spPr/>
      <dgm:t>
        <a:bodyPr/>
        <a:lstStyle/>
        <a:p>
          <a:r>
            <a:rPr lang="de-DE" dirty="0"/>
            <a:t>Einrichten eines zentralisierten </a:t>
          </a:r>
          <a:r>
            <a:rPr lang="de-DE" dirty="0" err="1"/>
            <a:t>Logging</a:t>
          </a:r>
          <a:r>
            <a:rPr lang="de-DE" dirty="0"/>
            <a:t> Servers</a:t>
          </a:r>
        </a:p>
      </dgm:t>
    </dgm:pt>
    <dgm:pt modelId="{AEBB4880-8230-4810-973A-C20BEF0B8772}" type="parTrans" cxnId="{EE04D363-3576-454E-87B7-2DF4192A5F42}">
      <dgm:prSet/>
      <dgm:spPr/>
      <dgm:t>
        <a:bodyPr/>
        <a:lstStyle/>
        <a:p>
          <a:endParaRPr lang="de-DE"/>
        </a:p>
      </dgm:t>
    </dgm:pt>
    <dgm:pt modelId="{B8CF19FA-5D36-4186-A4BB-DDDD2676019C}" type="sibTrans" cxnId="{EE04D363-3576-454E-87B7-2DF4192A5F42}">
      <dgm:prSet/>
      <dgm:spPr/>
      <dgm:t>
        <a:bodyPr/>
        <a:lstStyle/>
        <a:p>
          <a:endParaRPr lang="de-DE"/>
        </a:p>
      </dgm:t>
    </dgm:pt>
    <dgm:pt modelId="{4A0704A9-02B1-44F5-8E00-87DE7CFF72AC}">
      <dgm:prSet phldrT="[Text]"/>
      <dgm:spPr/>
      <dgm:t>
        <a:bodyPr/>
        <a:lstStyle/>
        <a:p>
          <a:r>
            <a:rPr lang="de-DE" dirty="0"/>
            <a:t>Evaluierung von Log-Management Tools</a:t>
          </a:r>
        </a:p>
      </dgm:t>
    </dgm:pt>
    <dgm:pt modelId="{67372352-1F4C-4D7F-8B42-1FD93B25D22C}" type="parTrans" cxnId="{75D26D11-CE15-44C1-ADCD-748B1AFE185A}">
      <dgm:prSet/>
      <dgm:spPr/>
      <dgm:t>
        <a:bodyPr/>
        <a:lstStyle/>
        <a:p>
          <a:endParaRPr lang="de-DE"/>
        </a:p>
      </dgm:t>
    </dgm:pt>
    <dgm:pt modelId="{AF8F996B-8283-4702-827B-E7235C070373}" type="sibTrans" cxnId="{75D26D11-CE15-44C1-ADCD-748B1AFE185A}">
      <dgm:prSet/>
      <dgm:spPr/>
      <dgm:t>
        <a:bodyPr/>
        <a:lstStyle/>
        <a:p>
          <a:endParaRPr lang="de-DE"/>
        </a:p>
      </dgm:t>
    </dgm:pt>
    <dgm:pt modelId="{91CD15F1-FA0D-44DC-A63D-ECA5DF509688}" type="pres">
      <dgm:prSet presAssocID="{F95EEEA6-80DC-4C2F-A2FC-D1A31FCB322E}" presName="linear" presStyleCnt="0">
        <dgm:presLayoutVars>
          <dgm:animLvl val="lvl"/>
          <dgm:resizeHandles val="exact"/>
        </dgm:presLayoutVars>
      </dgm:prSet>
      <dgm:spPr/>
    </dgm:pt>
    <dgm:pt modelId="{E3716B09-971D-40F3-A5AF-A3AB2FF637FC}" type="pres">
      <dgm:prSet presAssocID="{B6E43522-BE96-4F69-BBAD-FC911A0351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E8D4B3-E90F-4E97-B871-16777853E7CE}" type="pres">
      <dgm:prSet presAssocID="{328B7052-87F7-4920-A2B5-7F2998AB44C4}" presName="spacer" presStyleCnt="0"/>
      <dgm:spPr/>
    </dgm:pt>
    <dgm:pt modelId="{444DBBC2-B33E-4F50-ADC5-CDAE3C141030}" type="pres">
      <dgm:prSet presAssocID="{4A0704A9-02B1-44F5-8E00-87DE7CFF72A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5353640-4862-49AC-9936-ADD7E02E19FC}" type="pres">
      <dgm:prSet presAssocID="{AF8F996B-8283-4702-827B-E7235C070373}" presName="spacer" presStyleCnt="0"/>
      <dgm:spPr/>
    </dgm:pt>
    <dgm:pt modelId="{AC64C5B0-CD5D-4633-A3E4-9A608AFE1056}" type="pres">
      <dgm:prSet presAssocID="{811800F1-D792-4671-8A98-22ACB524E3F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5D26D11-CE15-44C1-ADCD-748B1AFE185A}" srcId="{F95EEEA6-80DC-4C2F-A2FC-D1A31FCB322E}" destId="{4A0704A9-02B1-44F5-8E00-87DE7CFF72AC}" srcOrd="1" destOrd="0" parTransId="{67372352-1F4C-4D7F-8B42-1FD93B25D22C}" sibTransId="{AF8F996B-8283-4702-827B-E7235C070373}"/>
    <dgm:cxn modelId="{F5FE4313-C250-42D9-B97A-28D04800A0AD}" type="presOf" srcId="{B6E43522-BE96-4F69-BBAD-FC911A035191}" destId="{E3716B09-971D-40F3-A5AF-A3AB2FF637FC}" srcOrd="0" destOrd="0" presId="urn:microsoft.com/office/officeart/2005/8/layout/vList2"/>
    <dgm:cxn modelId="{BF70D619-D4BD-4AD9-BB94-D85856161769}" srcId="{F95EEEA6-80DC-4C2F-A2FC-D1A31FCB322E}" destId="{B6E43522-BE96-4F69-BBAD-FC911A035191}" srcOrd="0" destOrd="0" parTransId="{87FA34B1-728C-4FE2-B543-5B57439D1063}" sibTransId="{328B7052-87F7-4920-A2B5-7F2998AB44C4}"/>
    <dgm:cxn modelId="{E6E7001F-00A7-4346-8CB1-38E4E28E2830}" type="presOf" srcId="{4A0704A9-02B1-44F5-8E00-87DE7CFF72AC}" destId="{444DBBC2-B33E-4F50-ADC5-CDAE3C141030}" srcOrd="0" destOrd="0" presId="urn:microsoft.com/office/officeart/2005/8/layout/vList2"/>
    <dgm:cxn modelId="{EE04D363-3576-454E-87B7-2DF4192A5F42}" srcId="{F95EEEA6-80DC-4C2F-A2FC-D1A31FCB322E}" destId="{811800F1-D792-4671-8A98-22ACB524E3FF}" srcOrd="2" destOrd="0" parTransId="{AEBB4880-8230-4810-973A-C20BEF0B8772}" sibTransId="{B8CF19FA-5D36-4186-A4BB-DDDD2676019C}"/>
    <dgm:cxn modelId="{3627117F-505B-46E7-BF89-6A14E56901C4}" type="presOf" srcId="{F95EEEA6-80DC-4C2F-A2FC-D1A31FCB322E}" destId="{91CD15F1-FA0D-44DC-A63D-ECA5DF509688}" srcOrd="0" destOrd="0" presId="urn:microsoft.com/office/officeart/2005/8/layout/vList2"/>
    <dgm:cxn modelId="{18F3E88B-2DC9-435B-B54C-E121FE37F7E3}" type="presOf" srcId="{811800F1-D792-4671-8A98-22ACB524E3FF}" destId="{AC64C5B0-CD5D-4633-A3E4-9A608AFE1056}" srcOrd="0" destOrd="0" presId="urn:microsoft.com/office/officeart/2005/8/layout/vList2"/>
    <dgm:cxn modelId="{1E2E627D-62B5-4AAB-894F-A0E0DFD9F183}" type="presParOf" srcId="{91CD15F1-FA0D-44DC-A63D-ECA5DF509688}" destId="{E3716B09-971D-40F3-A5AF-A3AB2FF637FC}" srcOrd="0" destOrd="0" presId="urn:microsoft.com/office/officeart/2005/8/layout/vList2"/>
    <dgm:cxn modelId="{9C58CA65-D874-4D0B-86F0-89F77B64CFB1}" type="presParOf" srcId="{91CD15F1-FA0D-44DC-A63D-ECA5DF509688}" destId="{B5E8D4B3-E90F-4E97-B871-16777853E7CE}" srcOrd="1" destOrd="0" presId="urn:microsoft.com/office/officeart/2005/8/layout/vList2"/>
    <dgm:cxn modelId="{2E09D2F8-36E1-429F-BA2B-FDBEE784F108}" type="presParOf" srcId="{91CD15F1-FA0D-44DC-A63D-ECA5DF509688}" destId="{444DBBC2-B33E-4F50-ADC5-CDAE3C141030}" srcOrd="2" destOrd="0" presId="urn:microsoft.com/office/officeart/2005/8/layout/vList2"/>
    <dgm:cxn modelId="{5E3DF8E6-13C4-44EC-8113-56154E94C257}" type="presParOf" srcId="{91CD15F1-FA0D-44DC-A63D-ECA5DF509688}" destId="{65353640-4862-49AC-9936-ADD7E02E19FC}" srcOrd="3" destOrd="0" presId="urn:microsoft.com/office/officeart/2005/8/layout/vList2"/>
    <dgm:cxn modelId="{FB2E6301-24C1-4599-B489-D3CD9E011C5F}" type="presParOf" srcId="{91CD15F1-FA0D-44DC-A63D-ECA5DF509688}" destId="{AC64C5B0-CD5D-4633-A3E4-9A608AFE105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 err="1"/>
            <a:t>Logging</a:t>
          </a:r>
          <a:r>
            <a:rPr lang="de-DE" sz="2200" kern="1200" dirty="0"/>
            <a:t> Allgemein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Aktuelle Stand im CFT Portale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Richtlinien für das CFT Portale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Herausforderungen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 err="1"/>
            <a:t>Logging</a:t>
          </a:r>
          <a:r>
            <a:rPr lang="de-DE" sz="2200" kern="1200" dirty="0"/>
            <a:t> Allgemein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Aktuelle Stand im CFT Portale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Richtlinien für das CFT Portale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Herausforderungen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CFA3EA-911F-44C1-9695-56611AFEFF07}">
      <dsp:nvSpPr>
        <dsp:cNvPr id="0" name=""/>
        <dsp:cNvSpPr/>
      </dsp:nvSpPr>
      <dsp:spPr>
        <a:xfrm>
          <a:off x="35" y="93555"/>
          <a:ext cx="3392600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Zu viel Loggen</a:t>
          </a:r>
        </a:p>
      </dsp:txBody>
      <dsp:txXfrm>
        <a:off x="35" y="93555"/>
        <a:ext cx="3392600" cy="720000"/>
      </dsp:txXfrm>
    </dsp:sp>
    <dsp:sp modelId="{88F2E425-944C-4B18-B110-32600375DBB4}">
      <dsp:nvSpPr>
        <dsp:cNvPr id="0" name=""/>
        <dsp:cNvSpPr/>
      </dsp:nvSpPr>
      <dsp:spPr>
        <a:xfrm>
          <a:off x="35" y="813555"/>
          <a:ext cx="3392600" cy="23332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de-DE" sz="2500" kern="1200" dirty="0"/>
            <a:t>Performance wird beeinträchtigt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de-DE" sz="2500" kern="1200" dirty="0"/>
            <a:t>Wichtige Logs werden verborgen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de-DE" sz="2500" kern="1200" dirty="0"/>
            <a:t>Steigen von Kosten</a:t>
          </a:r>
        </a:p>
      </dsp:txBody>
      <dsp:txXfrm>
        <a:off x="35" y="813555"/>
        <a:ext cx="3392600" cy="2333250"/>
      </dsp:txXfrm>
    </dsp:sp>
    <dsp:sp modelId="{635A464E-38C3-41FE-B231-1A40C2498560}">
      <dsp:nvSpPr>
        <dsp:cNvPr id="0" name=""/>
        <dsp:cNvSpPr/>
      </dsp:nvSpPr>
      <dsp:spPr>
        <a:xfrm>
          <a:off x="3867600" y="93555"/>
          <a:ext cx="3392600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Zu wenig Loggen</a:t>
          </a:r>
        </a:p>
      </dsp:txBody>
      <dsp:txXfrm>
        <a:off x="3867600" y="93555"/>
        <a:ext cx="3392600" cy="720000"/>
      </dsp:txXfrm>
    </dsp:sp>
    <dsp:sp modelId="{638F2E26-B26A-40D1-B10E-F04A62033262}">
      <dsp:nvSpPr>
        <dsp:cNvPr id="0" name=""/>
        <dsp:cNvSpPr/>
      </dsp:nvSpPr>
      <dsp:spPr>
        <a:xfrm>
          <a:off x="3867600" y="813555"/>
          <a:ext cx="3392600" cy="23332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500" kern="1200" dirty="0"/>
            <a:t>Fehlen von relevanten Informationen</a:t>
          </a:r>
        </a:p>
      </dsp:txBody>
      <dsp:txXfrm>
        <a:off x="3867600" y="813555"/>
        <a:ext cx="3392600" cy="2333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1DA6C-EB04-45B4-952C-65CF39E3BA6E}">
      <dsp:nvSpPr>
        <dsp:cNvPr id="0" name=""/>
        <dsp:cNvSpPr/>
      </dsp:nvSpPr>
      <dsp:spPr>
        <a:xfrm>
          <a:off x="2201" y="10249"/>
          <a:ext cx="2146283" cy="858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Log4Net</a:t>
          </a:r>
        </a:p>
      </dsp:txBody>
      <dsp:txXfrm>
        <a:off x="2201" y="10249"/>
        <a:ext cx="2146283" cy="858513"/>
      </dsp:txXfrm>
    </dsp:sp>
    <dsp:sp modelId="{CD25C130-99D4-4948-A0B0-CEDBFFCC47FC}">
      <dsp:nvSpPr>
        <dsp:cNvPr id="0" name=""/>
        <dsp:cNvSpPr/>
      </dsp:nvSpPr>
      <dsp:spPr>
        <a:xfrm>
          <a:off x="2201" y="868762"/>
          <a:ext cx="2146283" cy="2130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1800"/>
            </a:spcAft>
            <a:buChar char="•"/>
          </a:pPr>
          <a:r>
            <a:rPr lang="de-DE" sz="1800" kern="1200" dirty="0"/>
            <a:t>Release: 2001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1800"/>
            </a:spcAft>
            <a:buChar char="•"/>
          </a:pPr>
          <a:r>
            <a:rPr lang="de-DE" sz="1800" kern="1200" dirty="0"/>
            <a:t>Portierung von Log4J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1800"/>
            </a:spcAft>
            <a:buChar char="•"/>
          </a:pPr>
          <a:r>
            <a:rPr lang="de-DE" sz="1800" kern="1200" dirty="0"/>
            <a:t>Wartung eingestellt </a:t>
          </a:r>
        </a:p>
      </dsp:txBody>
      <dsp:txXfrm>
        <a:off x="2201" y="868762"/>
        <a:ext cx="2146283" cy="2130806"/>
      </dsp:txXfrm>
    </dsp:sp>
    <dsp:sp modelId="{50CFA3EA-911F-44C1-9695-56611AFEFF07}">
      <dsp:nvSpPr>
        <dsp:cNvPr id="0" name=""/>
        <dsp:cNvSpPr/>
      </dsp:nvSpPr>
      <dsp:spPr>
        <a:xfrm>
          <a:off x="2448964" y="10249"/>
          <a:ext cx="2146283" cy="858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 err="1"/>
            <a:t>NLog</a:t>
          </a:r>
          <a:endParaRPr lang="de-DE" sz="2800" kern="1200" dirty="0"/>
        </a:p>
      </dsp:txBody>
      <dsp:txXfrm>
        <a:off x="2448964" y="10249"/>
        <a:ext cx="2146283" cy="858513"/>
      </dsp:txXfrm>
    </dsp:sp>
    <dsp:sp modelId="{88F2E425-944C-4B18-B110-32600375DBB4}">
      <dsp:nvSpPr>
        <dsp:cNvPr id="0" name=""/>
        <dsp:cNvSpPr/>
      </dsp:nvSpPr>
      <dsp:spPr>
        <a:xfrm>
          <a:off x="2448964" y="868762"/>
          <a:ext cx="2146283" cy="2130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de-DE" sz="1800" kern="1200" dirty="0"/>
            <a:t>Release: 2006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de-DE" sz="1800" kern="1200" dirty="0"/>
            <a:t>Performance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de-DE" sz="1800" kern="1200" dirty="0"/>
            <a:t>Simple Konfiguration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"/>
          </a:pPr>
          <a:r>
            <a:rPr lang="de-DE" sz="1800" kern="1200" dirty="0"/>
            <a:t>On-</a:t>
          </a:r>
          <a:r>
            <a:rPr lang="de-DE" sz="1800" kern="1200" dirty="0" err="1"/>
            <a:t>the</a:t>
          </a:r>
          <a:r>
            <a:rPr lang="de-DE" sz="1800" kern="1200" dirty="0"/>
            <a:t>-</a:t>
          </a:r>
          <a:r>
            <a:rPr lang="de-DE" sz="1800" kern="1200" dirty="0" err="1"/>
            <a:t>fly</a:t>
          </a:r>
          <a:r>
            <a:rPr lang="de-DE" sz="1800" kern="1200" dirty="0"/>
            <a:t> Konfiguration</a:t>
          </a:r>
        </a:p>
      </dsp:txBody>
      <dsp:txXfrm>
        <a:off x="2448964" y="868762"/>
        <a:ext cx="2146283" cy="2130806"/>
      </dsp:txXfrm>
    </dsp:sp>
    <dsp:sp modelId="{4E754C34-1B35-447E-99C7-CA63CA1EC36C}">
      <dsp:nvSpPr>
        <dsp:cNvPr id="0" name=""/>
        <dsp:cNvSpPr/>
      </dsp:nvSpPr>
      <dsp:spPr>
        <a:xfrm>
          <a:off x="4895727" y="10249"/>
          <a:ext cx="2146283" cy="858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 err="1"/>
            <a:t>Serilog</a:t>
          </a:r>
          <a:endParaRPr lang="de-DE" sz="2800" kern="1200" dirty="0"/>
        </a:p>
      </dsp:txBody>
      <dsp:txXfrm>
        <a:off x="4895727" y="10249"/>
        <a:ext cx="2146283" cy="858513"/>
      </dsp:txXfrm>
    </dsp:sp>
    <dsp:sp modelId="{A012C987-C09D-45C7-9A4E-41CC62A4A5C1}">
      <dsp:nvSpPr>
        <dsp:cNvPr id="0" name=""/>
        <dsp:cNvSpPr/>
      </dsp:nvSpPr>
      <dsp:spPr>
        <a:xfrm>
          <a:off x="4895727" y="868762"/>
          <a:ext cx="2146283" cy="213080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1800"/>
            </a:spcAft>
            <a:buChar char="•"/>
          </a:pPr>
          <a:r>
            <a:rPr lang="de-DE" sz="1800" kern="1200" dirty="0"/>
            <a:t>Release: 2013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1800"/>
            </a:spcAft>
            <a:buChar char="•"/>
          </a:pPr>
          <a:r>
            <a:rPr lang="de-DE" sz="1800" kern="1200" dirty="0"/>
            <a:t>Für strukturiertes Logging entworfen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1800"/>
            </a:spcAft>
            <a:buChar char="•"/>
          </a:pPr>
          <a:r>
            <a:rPr lang="de-DE" sz="1800" kern="1200" dirty="0"/>
            <a:t>Performance</a:t>
          </a:r>
        </a:p>
      </dsp:txBody>
      <dsp:txXfrm>
        <a:off x="4895727" y="868762"/>
        <a:ext cx="2146283" cy="21308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 err="1"/>
            <a:t>Logging</a:t>
          </a:r>
          <a:r>
            <a:rPr lang="de-DE" sz="2200" kern="1200" dirty="0"/>
            <a:t> Allgemein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Aktuelle Stand im CFT Portale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rgbClr val="8E969D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Richtlinien für das CFT Portale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Herausforderungen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16B09-971D-40F3-A5AF-A3AB2FF637FC}">
      <dsp:nvSpPr>
        <dsp:cNvPr id="0" name=""/>
        <dsp:cNvSpPr/>
      </dsp:nvSpPr>
      <dsp:spPr>
        <a:xfrm>
          <a:off x="0" y="62219"/>
          <a:ext cx="6624736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Angular</a:t>
          </a:r>
        </a:p>
      </dsp:txBody>
      <dsp:txXfrm>
        <a:off x="15992" y="78211"/>
        <a:ext cx="6592752" cy="295616"/>
      </dsp:txXfrm>
    </dsp:sp>
    <dsp:sp modelId="{52E04B07-F358-4232-A0C7-63984D6ECA49}">
      <dsp:nvSpPr>
        <dsp:cNvPr id="0" name=""/>
        <dsp:cNvSpPr/>
      </dsp:nvSpPr>
      <dsp:spPr>
        <a:xfrm>
          <a:off x="0" y="389819"/>
          <a:ext cx="6624736" cy="536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335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100" kern="1200" dirty="0"/>
            <a:t>Open-Source Framework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100" kern="1200" dirty="0"/>
            <a:t>Entwicklung von Single-Page Web-Applikationen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100" kern="1200" dirty="0"/>
            <a:t>Programmiersprache </a:t>
          </a:r>
          <a:r>
            <a:rPr lang="de-DE" sz="1100" kern="1200" dirty="0" err="1"/>
            <a:t>TypeScript</a:t>
          </a:r>
          <a:endParaRPr lang="de-DE" sz="1100" kern="1200" dirty="0"/>
        </a:p>
      </dsp:txBody>
      <dsp:txXfrm>
        <a:off x="0" y="389819"/>
        <a:ext cx="6624736" cy="536130"/>
      </dsp:txXfrm>
    </dsp:sp>
    <dsp:sp modelId="{BEE69E6A-9707-4578-94AC-9AE6C348DF93}">
      <dsp:nvSpPr>
        <dsp:cNvPr id="0" name=""/>
        <dsp:cNvSpPr/>
      </dsp:nvSpPr>
      <dsp:spPr>
        <a:xfrm>
          <a:off x="0" y="925949"/>
          <a:ext cx="6624736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Microsoft .Net Framework</a:t>
          </a:r>
        </a:p>
      </dsp:txBody>
      <dsp:txXfrm>
        <a:off x="15992" y="941941"/>
        <a:ext cx="6592752" cy="295616"/>
      </dsp:txXfrm>
    </dsp:sp>
    <dsp:sp modelId="{B5F35077-D103-4BEA-A778-F589EEBDD389}">
      <dsp:nvSpPr>
        <dsp:cNvPr id="0" name=""/>
        <dsp:cNvSpPr/>
      </dsp:nvSpPr>
      <dsp:spPr>
        <a:xfrm>
          <a:off x="0" y="1253549"/>
          <a:ext cx="6624736" cy="536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335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100" kern="1200" dirty="0"/>
            <a:t>Bietet Entwicklungswerkzeuge, Schnittstellen und Klassenbibliotheken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100" kern="1200" dirty="0"/>
            <a:t>Nur Windows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100" kern="1200" dirty="0"/>
            <a:t>Programmiersprache C#</a:t>
          </a:r>
        </a:p>
      </dsp:txBody>
      <dsp:txXfrm>
        <a:off x="0" y="1253549"/>
        <a:ext cx="6624736" cy="536130"/>
      </dsp:txXfrm>
    </dsp:sp>
    <dsp:sp modelId="{AC64C5B0-CD5D-4633-A3E4-9A608AFE1056}">
      <dsp:nvSpPr>
        <dsp:cNvPr id="0" name=""/>
        <dsp:cNvSpPr/>
      </dsp:nvSpPr>
      <dsp:spPr>
        <a:xfrm>
          <a:off x="0" y="1789679"/>
          <a:ext cx="6624736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SharePoint</a:t>
          </a:r>
        </a:p>
      </dsp:txBody>
      <dsp:txXfrm>
        <a:off x="15992" y="1805671"/>
        <a:ext cx="6592752" cy="295616"/>
      </dsp:txXfrm>
    </dsp:sp>
    <dsp:sp modelId="{934436A0-2123-4222-8BD0-7C4674411F78}">
      <dsp:nvSpPr>
        <dsp:cNvPr id="0" name=""/>
        <dsp:cNvSpPr/>
      </dsp:nvSpPr>
      <dsp:spPr>
        <a:xfrm>
          <a:off x="0" y="2117279"/>
          <a:ext cx="6624736" cy="362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335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100" kern="1200" dirty="0"/>
            <a:t>Strukturierung und Zugriff auf Daten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100" kern="1200" dirty="0"/>
            <a:t>Entwicklung von Kollaborationsplattformen</a:t>
          </a:r>
        </a:p>
      </dsp:txBody>
      <dsp:txXfrm>
        <a:off x="0" y="2117279"/>
        <a:ext cx="6624736" cy="362250"/>
      </dsp:txXfrm>
    </dsp:sp>
    <dsp:sp modelId="{A57FDE86-903F-4A3A-9B7F-8F82C165D6A7}">
      <dsp:nvSpPr>
        <dsp:cNvPr id="0" name=""/>
        <dsp:cNvSpPr/>
      </dsp:nvSpPr>
      <dsp:spPr>
        <a:xfrm>
          <a:off x="0" y="2479529"/>
          <a:ext cx="6624736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 err="1"/>
            <a:t>Dynatrace</a:t>
          </a:r>
          <a:endParaRPr lang="de-DE" sz="1400" kern="1200" dirty="0"/>
        </a:p>
      </dsp:txBody>
      <dsp:txXfrm>
        <a:off x="15992" y="2495521"/>
        <a:ext cx="6592752" cy="295616"/>
      </dsp:txXfrm>
    </dsp:sp>
    <dsp:sp modelId="{7D48086F-EE4B-4D79-9F4D-D7E2DD92B29C}">
      <dsp:nvSpPr>
        <dsp:cNvPr id="0" name=""/>
        <dsp:cNvSpPr/>
      </dsp:nvSpPr>
      <dsp:spPr>
        <a:xfrm>
          <a:off x="0" y="2807129"/>
          <a:ext cx="6624736" cy="362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335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100" kern="1200" dirty="0"/>
            <a:t>Überwachung der IT-Infrastruktur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100" kern="1200" dirty="0"/>
            <a:t>Erkennen von Ausfällen </a:t>
          </a:r>
        </a:p>
      </dsp:txBody>
      <dsp:txXfrm>
        <a:off x="0" y="2807129"/>
        <a:ext cx="6624736" cy="3622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16B09-971D-40F3-A5AF-A3AB2FF637FC}">
      <dsp:nvSpPr>
        <dsp:cNvPr id="0" name=""/>
        <dsp:cNvSpPr/>
      </dsp:nvSpPr>
      <dsp:spPr>
        <a:xfrm>
          <a:off x="0" y="40090"/>
          <a:ext cx="662473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Client-Server Architektur</a:t>
          </a:r>
        </a:p>
      </dsp:txBody>
      <dsp:txXfrm>
        <a:off x="19419" y="59509"/>
        <a:ext cx="6585898" cy="358962"/>
      </dsp:txXfrm>
    </dsp:sp>
    <dsp:sp modelId="{BEE69E6A-9707-4578-94AC-9AE6C348DF93}">
      <dsp:nvSpPr>
        <dsp:cNvPr id="0" name=""/>
        <dsp:cNvSpPr/>
      </dsp:nvSpPr>
      <dsp:spPr>
        <a:xfrm>
          <a:off x="0" y="486850"/>
          <a:ext cx="662473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Frontend</a:t>
          </a:r>
        </a:p>
      </dsp:txBody>
      <dsp:txXfrm>
        <a:off x="19419" y="506269"/>
        <a:ext cx="6585898" cy="358962"/>
      </dsp:txXfrm>
    </dsp:sp>
    <dsp:sp modelId="{B5F35077-D103-4BEA-A778-F589EEBDD389}">
      <dsp:nvSpPr>
        <dsp:cNvPr id="0" name=""/>
        <dsp:cNvSpPr/>
      </dsp:nvSpPr>
      <dsp:spPr>
        <a:xfrm>
          <a:off x="0" y="884650"/>
          <a:ext cx="6624736" cy="431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33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kern="1200" dirty="0"/>
            <a:t>Angular Framework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kern="1200" dirty="0"/>
            <a:t>Logs in der Konsole</a:t>
          </a:r>
        </a:p>
      </dsp:txBody>
      <dsp:txXfrm>
        <a:off x="0" y="884650"/>
        <a:ext cx="6624736" cy="431077"/>
      </dsp:txXfrm>
    </dsp:sp>
    <dsp:sp modelId="{AC64C5B0-CD5D-4633-A3E4-9A608AFE1056}">
      <dsp:nvSpPr>
        <dsp:cNvPr id="0" name=""/>
        <dsp:cNvSpPr/>
      </dsp:nvSpPr>
      <dsp:spPr>
        <a:xfrm>
          <a:off x="0" y="1315728"/>
          <a:ext cx="662473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Backend</a:t>
          </a:r>
        </a:p>
      </dsp:txBody>
      <dsp:txXfrm>
        <a:off x="19419" y="1335147"/>
        <a:ext cx="6585898" cy="358962"/>
      </dsp:txXfrm>
    </dsp:sp>
    <dsp:sp modelId="{934436A0-2123-4222-8BD0-7C4674411F78}">
      <dsp:nvSpPr>
        <dsp:cNvPr id="0" name=""/>
        <dsp:cNvSpPr/>
      </dsp:nvSpPr>
      <dsp:spPr>
        <a:xfrm>
          <a:off x="0" y="1713528"/>
          <a:ext cx="6624736" cy="633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33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kern="1200" dirty="0"/>
            <a:t>C#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kern="1200" dirty="0"/>
            <a:t>Sammeln von Daten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300" kern="1200" dirty="0"/>
            <a:t>Keine Struktur im Logging</a:t>
          </a:r>
        </a:p>
      </dsp:txBody>
      <dsp:txXfrm>
        <a:off x="0" y="1713528"/>
        <a:ext cx="6624736" cy="633420"/>
      </dsp:txXfrm>
    </dsp:sp>
    <dsp:sp modelId="{A57FDE86-903F-4A3A-9B7F-8F82C165D6A7}">
      <dsp:nvSpPr>
        <dsp:cNvPr id="0" name=""/>
        <dsp:cNvSpPr/>
      </dsp:nvSpPr>
      <dsp:spPr>
        <a:xfrm>
          <a:off x="0" y="2346948"/>
          <a:ext cx="662473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Provider-</a:t>
          </a:r>
          <a:r>
            <a:rPr lang="de-DE" sz="1700" kern="1200" dirty="0" err="1"/>
            <a:t>hosted</a:t>
          </a:r>
          <a:r>
            <a:rPr lang="de-DE" sz="1700" kern="1200" dirty="0"/>
            <a:t> Add-in</a:t>
          </a:r>
        </a:p>
      </dsp:txBody>
      <dsp:txXfrm>
        <a:off x="19419" y="2366367"/>
        <a:ext cx="6585898" cy="358962"/>
      </dsp:txXfrm>
    </dsp:sp>
    <dsp:sp modelId="{95798A6D-6C55-420F-9C6E-ADEA96A53960}">
      <dsp:nvSpPr>
        <dsp:cNvPr id="0" name=""/>
        <dsp:cNvSpPr/>
      </dsp:nvSpPr>
      <dsp:spPr>
        <a:xfrm>
          <a:off x="0" y="2793708"/>
          <a:ext cx="6624736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Redundante Serververteilung</a:t>
          </a:r>
        </a:p>
      </dsp:txBody>
      <dsp:txXfrm>
        <a:off x="19419" y="2813127"/>
        <a:ext cx="6585898" cy="3589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 err="1"/>
            <a:t>Logging</a:t>
          </a:r>
          <a:r>
            <a:rPr lang="de-DE" sz="2200" kern="1200" dirty="0"/>
            <a:t> Allgemein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Aktuelle Stand im CFT Portale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Richtlinien für das CFT Portale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rgbClr val="8E969D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Herausforderungen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16B09-971D-40F3-A5AF-A3AB2FF637FC}">
      <dsp:nvSpPr>
        <dsp:cNvPr id="0" name=""/>
        <dsp:cNvSpPr/>
      </dsp:nvSpPr>
      <dsp:spPr>
        <a:xfrm>
          <a:off x="0" y="18074"/>
          <a:ext cx="335728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/>
            <a:t>Program</a:t>
          </a:r>
          <a:r>
            <a:rPr lang="de-DE" sz="1500" kern="1200" dirty="0"/>
            <a:t> Operation</a:t>
          </a:r>
        </a:p>
      </dsp:txBody>
      <dsp:txXfrm>
        <a:off x="17134" y="35208"/>
        <a:ext cx="3323020" cy="316732"/>
      </dsp:txXfrm>
    </dsp:sp>
    <dsp:sp modelId="{97462731-09A8-44F4-A891-8C17A1D5D7CA}">
      <dsp:nvSpPr>
        <dsp:cNvPr id="0" name=""/>
        <dsp:cNvSpPr/>
      </dsp:nvSpPr>
      <dsp:spPr>
        <a:xfrm>
          <a:off x="0" y="369074"/>
          <a:ext cx="3357288" cy="77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594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/>
            <a:t>Beschreibung des ablaufenden Codes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 err="1"/>
            <a:t>Completed</a:t>
          </a:r>
          <a:r>
            <a:rPr lang="de-DE" sz="1200" kern="1200" dirty="0"/>
            <a:t> </a:t>
          </a:r>
          <a:r>
            <a:rPr lang="de-DE" sz="1200" kern="1200" dirty="0" err="1"/>
            <a:t>operation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 err="1"/>
            <a:t>Current</a:t>
          </a:r>
          <a:r>
            <a:rPr lang="de-DE" sz="1200" kern="1200" dirty="0"/>
            <a:t> </a:t>
          </a:r>
          <a:r>
            <a:rPr lang="de-DE" sz="1200" kern="1200" dirty="0" err="1"/>
            <a:t>operation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/>
            <a:t>Next </a:t>
          </a:r>
          <a:r>
            <a:rPr lang="de-DE" sz="1200" kern="1200" dirty="0" err="1"/>
            <a:t>operation</a:t>
          </a:r>
          <a:endParaRPr lang="de-DE" sz="1200" kern="1200" dirty="0"/>
        </a:p>
      </dsp:txBody>
      <dsp:txXfrm>
        <a:off x="0" y="369074"/>
        <a:ext cx="3357288" cy="776250"/>
      </dsp:txXfrm>
    </dsp:sp>
    <dsp:sp modelId="{BEE69E6A-9707-4578-94AC-9AE6C348DF93}">
      <dsp:nvSpPr>
        <dsp:cNvPr id="0" name=""/>
        <dsp:cNvSpPr/>
      </dsp:nvSpPr>
      <dsp:spPr>
        <a:xfrm>
          <a:off x="0" y="1145324"/>
          <a:ext cx="335728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Error Message</a:t>
          </a:r>
        </a:p>
      </dsp:txBody>
      <dsp:txXfrm>
        <a:off x="17134" y="1162458"/>
        <a:ext cx="3323020" cy="316732"/>
      </dsp:txXfrm>
    </dsp:sp>
    <dsp:sp modelId="{B5F35077-D103-4BEA-A778-F589EEBDD389}">
      <dsp:nvSpPr>
        <dsp:cNvPr id="0" name=""/>
        <dsp:cNvSpPr/>
      </dsp:nvSpPr>
      <dsp:spPr>
        <a:xfrm>
          <a:off x="0" y="1496324"/>
          <a:ext cx="3357288" cy="589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594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/>
            <a:t>Beschreibung von Fehlern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 err="1"/>
            <a:t>Exception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/>
            <a:t>Value-Check</a:t>
          </a:r>
        </a:p>
      </dsp:txBody>
      <dsp:txXfrm>
        <a:off x="0" y="1496324"/>
        <a:ext cx="3357288" cy="589950"/>
      </dsp:txXfrm>
    </dsp:sp>
    <dsp:sp modelId="{AC64C5B0-CD5D-4633-A3E4-9A608AFE1056}">
      <dsp:nvSpPr>
        <dsp:cNvPr id="0" name=""/>
        <dsp:cNvSpPr/>
      </dsp:nvSpPr>
      <dsp:spPr>
        <a:xfrm>
          <a:off x="0" y="2086274"/>
          <a:ext cx="3357288" cy="351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 err="1"/>
            <a:t>Semantic</a:t>
          </a:r>
          <a:r>
            <a:rPr lang="de-DE" sz="1500" kern="1200" dirty="0"/>
            <a:t> Description</a:t>
          </a:r>
        </a:p>
      </dsp:txBody>
      <dsp:txXfrm>
        <a:off x="17134" y="2103408"/>
        <a:ext cx="3323020" cy="316732"/>
      </dsp:txXfrm>
    </dsp:sp>
    <dsp:sp modelId="{934436A0-2123-4222-8BD0-7C4674411F78}">
      <dsp:nvSpPr>
        <dsp:cNvPr id="0" name=""/>
        <dsp:cNvSpPr/>
      </dsp:nvSpPr>
      <dsp:spPr>
        <a:xfrm>
          <a:off x="0" y="2437274"/>
          <a:ext cx="3357288" cy="776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594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/>
            <a:t>Semantische Beschreibung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/>
            <a:t>Variable </a:t>
          </a:r>
          <a:r>
            <a:rPr lang="de-DE" sz="1200" kern="1200" dirty="0" err="1"/>
            <a:t>description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 err="1"/>
            <a:t>Function</a:t>
          </a:r>
          <a:r>
            <a:rPr lang="de-DE" sz="1200" kern="1200" dirty="0"/>
            <a:t> </a:t>
          </a:r>
          <a:r>
            <a:rPr lang="de-DE" sz="1200" kern="1200" dirty="0" err="1"/>
            <a:t>description</a:t>
          </a:r>
          <a:endParaRPr lang="de-DE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1200" kern="1200" dirty="0" err="1"/>
            <a:t>Branch</a:t>
          </a:r>
          <a:r>
            <a:rPr lang="de-DE" sz="1200" kern="1200" dirty="0"/>
            <a:t> </a:t>
          </a:r>
          <a:r>
            <a:rPr lang="de-DE" sz="1200" kern="1200" dirty="0" err="1"/>
            <a:t>description</a:t>
          </a:r>
          <a:endParaRPr lang="de-DE" sz="1200" kern="1200" dirty="0"/>
        </a:p>
      </dsp:txBody>
      <dsp:txXfrm>
        <a:off x="0" y="2437274"/>
        <a:ext cx="3357288" cy="77625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66376-A99C-4A1F-AA56-834DA39F840C}">
      <dsp:nvSpPr>
        <dsp:cNvPr id="0" name=""/>
        <dsp:cNvSpPr/>
      </dsp:nvSpPr>
      <dsp:spPr>
        <a:xfrm rot="5400000">
          <a:off x="4035764" y="-1687939"/>
          <a:ext cx="538467" cy="40517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de-DE" sz="1300" kern="1200" dirty="0"/>
            <a:t>Normaler Ablauf der Software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de-DE" sz="1300" kern="1200" dirty="0"/>
            <a:t>Log-Level: </a:t>
          </a:r>
          <a:r>
            <a:rPr lang="de-DE" sz="1300" kern="1200" dirty="0" err="1"/>
            <a:t>info</a:t>
          </a:r>
          <a:r>
            <a:rPr lang="de-DE" sz="1300" kern="1200" dirty="0"/>
            <a:t> oder </a:t>
          </a:r>
          <a:r>
            <a:rPr lang="de-DE" sz="1300" kern="1200" dirty="0" err="1"/>
            <a:t>debug</a:t>
          </a:r>
          <a:endParaRPr lang="de-DE" sz="1300" kern="1200" dirty="0"/>
        </a:p>
      </dsp:txBody>
      <dsp:txXfrm rot="-5400000">
        <a:off x="2279116" y="94995"/>
        <a:ext cx="4025477" cy="485895"/>
      </dsp:txXfrm>
    </dsp:sp>
    <dsp:sp modelId="{5370C481-30FD-45FE-9A29-9794B895D37E}">
      <dsp:nvSpPr>
        <dsp:cNvPr id="0" name=""/>
        <dsp:cNvSpPr/>
      </dsp:nvSpPr>
      <dsp:spPr>
        <a:xfrm>
          <a:off x="0" y="1399"/>
          <a:ext cx="2279116" cy="6730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/>
            <a:t>Try</a:t>
          </a:r>
        </a:p>
      </dsp:txBody>
      <dsp:txXfrm>
        <a:off x="32857" y="34256"/>
        <a:ext cx="2213402" cy="607370"/>
      </dsp:txXfrm>
    </dsp:sp>
    <dsp:sp modelId="{78CD87E2-369F-456E-826B-01832EE1C95F}">
      <dsp:nvSpPr>
        <dsp:cNvPr id="0" name=""/>
        <dsp:cNvSpPr/>
      </dsp:nvSpPr>
      <dsp:spPr>
        <a:xfrm rot="5400000">
          <a:off x="4035764" y="-981201"/>
          <a:ext cx="538467" cy="40517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de-DE" sz="1300" kern="1200" dirty="0"/>
            <a:t>Fehlerhafter Ablauf der Software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de-DE" sz="1300" kern="1200" dirty="0"/>
            <a:t>Log-Level: warn, </a:t>
          </a:r>
          <a:r>
            <a:rPr lang="de-DE" sz="1300" kern="1200" dirty="0" err="1"/>
            <a:t>error</a:t>
          </a:r>
          <a:r>
            <a:rPr lang="de-DE" sz="1300" kern="1200" dirty="0"/>
            <a:t> oder fatal</a:t>
          </a:r>
        </a:p>
      </dsp:txBody>
      <dsp:txXfrm rot="-5400000">
        <a:off x="2279116" y="801733"/>
        <a:ext cx="4025477" cy="485895"/>
      </dsp:txXfrm>
    </dsp:sp>
    <dsp:sp modelId="{56A8EF4C-11E8-4DC9-A2EC-2D6C904A7E7A}">
      <dsp:nvSpPr>
        <dsp:cNvPr id="0" name=""/>
        <dsp:cNvSpPr/>
      </dsp:nvSpPr>
      <dsp:spPr>
        <a:xfrm>
          <a:off x="0" y="708138"/>
          <a:ext cx="2279116" cy="6730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/>
            <a:t>Catch</a:t>
          </a:r>
        </a:p>
      </dsp:txBody>
      <dsp:txXfrm>
        <a:off x="32857" y="740995"/>
        <a:ext cx="2213402" cy="607370"/>
      </dsp:txXfrm>
    </dsp:sp>
    <dsp:sp modelId="{68F6EE47-F71F-477B-8AC2-449B58B60C19}">
      <dsp:nvSpPr>
        <dsp:cNvPr id="0" name=""/>
        <dsp:cNvSpPr/>
      </dsp:nvSpPr>
      <dsp:spPr>
        <a:xfrm rot="5400000">
          <a:off x="4035764" y="-274462"/>
          <a:ext cx="538467" cy="40517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de-DE" sz="1300" kern="1200" dirty="0"/>
            <a:t>Eine Vielzahl an Iterationen werden aufgerufen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de-DE" sz="1300" kern="1200" dirty="0"/>
            <a:t>Log-Level: </a:t>
          </a:r>
          <a:r>
            <a:rPr lang="de-DE" sz="1300" kern="1200" dirty="0" err="1"/>
            <a:t>info</a:t>
          </a:r>
          <a:r>
            <a:rPr lang="de-DE" sz="1300" kern="1200" dirty="0"/>
            <a:t> oder </a:t>
          </a:r>
          <a:r>
            <a:rPr lang="de-DE" sz="1300" kern="1200" dirty="0" err="1"/>
            <a:t>debug</a:t>
          </a:r>
          <a:endParaRPr lang="de-DE" sz="1300" kern="1200" dirty="0"/>
        </a:p>
      </dsp:txBody>
      <dsp:txXfrm rot="-5400000">
        <a:off x="2279116" y="1508472"/>
        <a:ext cx="4025477" cy="485895"/>
      </dsp:txXfrm>
    </dsp:sp>
    <dsp:sp modelId="{234A2D08-6491-4E8D-84C0-32A159984B80}">
      <dsp:nvSpPr>
        <dsp:cNvPr id="0" name=""/>
        <dsp:cNvSpPr/>
      </dsp:nvSpPr>
      <dsp:spPr>
        <a:xfrm>
          <a:off x="0" y="1414877"/>
          <a:ext cx="2279116" cy="6730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 err="1"/>
            <a:t>For</a:t>
          </a:r>
          <a:r>
            <a:rPr lang="de-DE" sz="2900" kern="1200" dirty="0"/>
            <a:t> &amp; </a:t>
          </a:r>
          <a:r>
            <a:rPr lang="de-DE" sz="2900" kern="1200" dirty="0" err="1"/>
            <a:t>While</a:t>
          </a:r>
          <a:endParaRPr lang="de-DE" sz="2900" kern="1200" dirty="0"/>
        </a:p>
      </dsp:txBody>
      <dsp:txXfrm>
        <a:off x="32857" y="1447734"/>
        <a:ext cx="2213402" cy="607370"/>
      </dsp:txXfrm>
    </dsp:sp>
    <dsp:sp modelId="{65B9034E-9AB4-4D54-BF86-EBA6FFC242E6}">
      <dsp:nvSpPr>
        <dsp:cNvPr id="0" name=""/>
        <dsp:cNvSpPr/>
      </dsp:nvSpPr>
      <dsp:spPr>
        <a:xfrm rot="5400000">
          <a:off x="4035764" y="432276"/>
          <a:ext cx="538467" cy="405176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de-DE" sz="1300" kern="1200" dirty="0"/>
            <a:t>Unterschiedliche Anwendungsfälle realisierbar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de-DE" sz="1300" kern="1200" dirty="0"/>
            <a:t>Log-Level: Alle sind möglich</a:t>
          </a:r>
        </a:p>
      </dsp:txBody>
      <dsp:txXfrm rot="-5400000">
        <a:off x="2279116" y="2215210"/>
        <a:ext cx="4025477" cy="485895"/>
      </dsp:txXfrm>
    </dsp:sp>
    <dsp:sp modelId="{FACEA21D-0431-4CE6-8E35-F4BB64ED24C4}">
      <dsp:nvSpPr>
        <dsp:cNvPr id="0" name=""/>
        <dsp:cNvSpPr/>
      </dsp:nvSpPr>
      <dsp:spPr>
        <a:xfrm>
          <a:off x="0" y="2121615"/>
          <a:ext cx="2279116" cy="6730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 err="1"/>
            <a:t>If</a:t>
          </a:r>
          <a:r>
            <a:rPr lang="de-DE" sz="2900" kern="1200" dirty="0"/>
            <a:t> &amp; Switch</a:t>
          </a:r>
        </a:p>
      </dsp:txBody>
      <dsp:txXfrm>
        <a:off x="32857" y="2154472"/>
        <a:ext cx="2213402" cy="60737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 err="1"/>
            <a:t>Logging</a:t>
          </a:r>
          <a:r>
            <a:rPr lang="de-DE" sz="2200" kern="1200" dirty="0"/>
            <a:t> Allgemein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Aktuelle Stand im CFT Portale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Richtlinien für das CFT Portale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Herausforderungen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rgbClr val="8E969D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B6E52-E6FB-439F-90D2-48CFDCEA222C}">
      <dsp:nvSpPr>
        <dsp:cNvPr id="0" name=""/>
        <dsp:cNvSpPr/>
      </dsp:nvSpPr>
      <dsp:spPr>
        <a:xfrm>
          <a:off x="-4477169" y="-686595"/>
          <a:ext cx="5333631" cy="5333631"/>
        </a:xfrm>
        <a:prstGeom prst="blockArc">
          <a:avLst>
            <a:gd name="adj1" fmla="val 18900000"/>
            <a:gd name="adj2" fmla="val 2700000"/>
            <a:gd name="adj3" fmla="val 40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10B2F-9879-444C-B4A0-F363ABCA091A}">
      <dsp:nvSpPr>
        <dsp:cNvPr id="0" name=""/>
        <dsp:cNvSpPr/>
      </dsp:nvSpPr>
      <dsp:spPr>
        <a:xfrm>
          <a:off x="319918" y="208556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Einführung</a:t>
          </a:r>
        </a:p>
      </dsp:txBody>
      <dsp:txXfrm>
        <a:off x="319918" y="208556"/>
        <a:ext cx="5027130" cy="416955"/>
      </dsp:txXfrm>
    </dsp:sp>
    <dsp:sp modelId="{C0EBFD42-BEF6-4EE7-9E97-B792EC2750B1}">
      <dsp:nvSpPr>
        <dsp:cNvPr id="0" name=""/>
        <dsp:cNvSpPr/>
      </dsp:nvSpPr>
      <dsp:spPr>
        <a:xfrm>
          <a:off x="59321" y="156437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C5343-B263-453E-9113-2FDE30C5DDA3}">
      <dsp:nvSpPr>
        <dsp:cNvPr id="0" name=""/>
        <dsp:cNvSpPr/>
      </dsp:nvSpPr>
      <dsp:spPr>
        <a:xfrm>
          <a:off x="662892" y="833910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 err="1"/>
            <a:t>Logging</a:t>
          </a:r>
          <a:r>
            <a:rPr lang="de-DE" sz="2200" kern="1200" dirty="0"/>
            <a:t> Allgemein</a:t>
          </a:r>
        </a:p>
      </dsp:txBody>
      <dsp:txXfrm>
        <a:off x="662892" y="833910"/>
        <a:ext cx="4684156" cy="416955"/>
      </dsp:txXfrm>
    </dsp:sp>
    <dsp:sp modelId="{EF89F8C3-A96D-4BF5-88D8-8F94599E533C}">
      <dsp:nvSpPr>
        <dsp:cNvPr id="0" name=""/>
        <dsp:cNvSpPr/>
      </dsp:nvSpPr>
      <dsp:spPr>
        <a:xfrm>
          <a:off x="402295" y="781790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FD770-614A-41B5-A9CA-569C7386B1D0}">
      <dsp:nvSpPr>
        <dsp:cNvPr id="0" name=""/>
        <dsp:cNvSpPr/>
      </dsp:nvSpPr>
      <dsp:spPr>
        <a:xfrm>
          <a:off x="819726" y="1459263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Aktuelle Stand im CFT Portale</a:t>
          </a:r>
        </a:p>
      </dsp:txBody>
      <dsp:txXfrm>
        <a:off x="819726" y="1459263"/>
        <a:ext cx="4527322" cy="416955"/>
      </dsp:txXfrm>
    </dsp:sp>
    <dsp:sp modelId="{B64BA658-EE10-4819-B2E3-5AC54DC5B199}">
      <dsp:nvSpPr>
        <dsp:cNvPr id="0" name=""/>
        <dsp:cNvSpPr/>
      </dsp:nvSpPr>
      <dsp:spPr>
        <a:xfrm>
          <a:off x="559129" y="1407144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374A2-4262-410F-800B-988A373C62C6}">
      <dsp:nvSpPr>
        <dsp:cNvPr id="0" name=""/>
        <dsp:cNvSpPr/>
      </dsp:nvSpPr>
      <dsp:spPr>
        <a:xfrm>
          <a:off x="819726" y="2084221"/>
          <a:ext cx="4527322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Richtlinien für das CFT Portale</a:t>
          </a:r>
        </a:p>
      </dsp:txBody>
      <dsp:txXfrm>
        <a:off x="819726" y="2084221"/>
        <a:ext cx="4527322" cy="416955"/>
      </dsp:txXfrm>
    </dsp:sp>
    <dsp:sp modelId="{8E3A7CF7-7B13-480D-8426-B0C0046E4C26}">
      <dsp:nvSpPr>
        <dsp:cNvPr id="0" name=""/>
        <dsp:cNvSpPr/>
      </dsp:nvSpPr>
      <dsp:spPr>
        <a:xfrm>
          <a:off x="559129" y="2032101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8AEB79-CB02-4F89-81BD-172C796338E9}">
      <dsp:nvSpPr>
        <dsp:cNvPr id="0" name=""/>
        <dsp:cNvSpPr/>
      </dsp:nvSpPr>
      <dsp:spPr>
        <a:xfrm>
          <a:off x="662892" y="2709574"/>
          <a:ext cx="4684156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Herausforderungen</a:t>
          </a:r>
        </a:p>
      </dsp:txBody>
      <dsp:txXfrm>
        <a:off x="662892" y="2709574"/>
        <a:ext cx="4684156" cy="416955"/>
      </dsp:txXfrm>
    </dsp:sp>
    <dsp:sp modelId="{3CB56FDF-A779-4321-9317-BB61FA016D61}">
      <dsp:nvSpPr>
        <dsp:cNvPr id="0" name=""/>
        <dsp:cNvSpPr/>
      </dsp:nvSpPr>
      <dsp:spPr>
        <a:xfrm>
          <a:off x="402295" y="2657455"/>
          <a:ext cx="521193" cy="52119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AB623-CBA8-434C-A473-B12BC6E9C2E0}">
      <dsp:nvSpPr>
        <dsp:cNvPr id="0" name=""/>
        <dsp:cNvSpPr/>
      </dsp:nvSpPr>
      <dsp:spPr>
        <a:xfrm>
          <a:off x="319918" y="3334928"/>
          <a:ext cx="5027130" cy="4169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958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Fazit und Ausblick</a:t>
          </a:r>
        </a:p>
      </dsp:txBody>
      <dsp:txXfrm>
        <a:off x="319918" y="3334928"/>
        <a:ext cx="5027130" cy="416955"/>
      </dsp:txXfrm>
    </dsp:sp>
    <dsp:sp modelId="{8F27E2FE-3F4F-4C7F-9F0B-2400E96D2778}">
      <dsp:nvSpPr>
        <dsp:cNvPr id="0" name=""/>
        <dsp:cNvSpPr/>
      </dsp:nvSpPr>
      <dsp:spPr>
        <a:xfrm>
          <a:off x="59321" y="3282808"/>
          <a:ext cx="521193" cy="521193"/>
        </a:xfrm>
        <a:prstGeom prst="ellipse">
          <a:avLst/>
        </a:prstGeom>
        <a:solidFill>
          <a:srgbClr val="8E969D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16B09-971D-40F3-A5AF-A3AB2FF637FC}">
      <dsp:nvSpPr>
        <dsp:cNvPr id="0" name=""/>
        <dsp:cNvSpPr/>
      </dsp:nvSpPr>
      <dsp:spPr>
        <a:xfrm>
          <a:off x="0" y="414188"/>
          <a:ext cx="708468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 err="1"/>
            <a:t>Logging</a:t>
          </a:r>
          <a:r>
            <a:rPr lang="de-DE" sz="2500" kern="1200" dirty="0"/>
            <a:t> Code ist chaotisch und unstrukturiert</a:t>
          </a:r>
        </a:p>
      </dsp:txBody>
      <dsp:txXfrm>
        <a:off x="28557" y="442745"/>
        <a:ext cx="7027567" cy="527886"/>
      </dsp:txXfrm>
    </dsp:sp>
    <dsp:sp modelId="{444DBBC2-B33E-4F50-ADC5-CDAE3C141030}">
      <dsp:nvSpPr>
        <dsp:cNvPr id="0" name=""/>
        <dsp:cNvSpPr/>
      </dsp:nvSpPr>
      <dsp:spPr>
        <a:xfrm>
          <a:off x="0" y="1071188"/>
          <a:ext cx="708468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Team</a:t>
          </a:r>
          <a:r>
            <a:rPr lang="de-DE" sz="2500" kern="1200" baseline="0" dirty="0"/>
            <a:t> nutzt veraltetes Framework</a:t>
          </a:r>
        </a:p>
      </dsp:txBody>
      <dsp:txXfrm>
        <a:off x="28557" y="1099745"/>
        <a:ext cx="7027567" cy="527886"/>
      </dsp:txXfrm>
    </dsp:sp>
    <dsp:sp modelId="{2F698E21-69A4-408D-BD3B-D8654374939D}">
      <dsp:nvSpPr>
        <dsp:cNvPr id="0" name=""/>
        <dsp:cNvSpPr/>
      </dsp:nvSpPr>
      <dsp:spPr>
        <a:xfrm>
          <a:off x="0" y="1728188"/>
          <a:ext cx="708468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baseline="0" dirty="0"/>
            <a:t>Strukturiertes Arbeiten durch Richtlinien möglich</a:t>
          </a:r>
        </a:p>
      </dsp:txBody>
      <dsp:txXfrm>
        <a:off x="28557" y="1756745"/>
        <a:ext cx="7027567" cy="527886"/>
      </dsp:txXfrm>
    </dsp:sp>
    <dsp:sp modelId="{AC5B7F97-E1E6-4412-8185-07026A399ADF}">
      <dsp:nvSpPr>
        <dsp:cNvPr id="0" name=""/>
        <dsp:cNvSpPr/>
      </dsp:nvSpPr>
      <dsp:spPr>
        <a:xfrm>
          <a:off x="0" y="2385187"/>
          <a:ext cx="7084681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baseline="0" dirty="0"/>
            <a:t>Zentralisiertet </a:t>
          </a:r>
          <a:r>
            <a:rPr lang="de-DE" sz="2500" kern="1200" baseline="0" dirty="0" err="1"/>
            <a:t>Logging</a:t>
          </a:r>
          <a:r>
            <a:rPr lang="de-DE" sz="2500" kern="1200" baseline="0" dirty="0"/>
            <a:t> Server</a:t>
          </a:r>
        </a:p>
      </dsp:txBody>
      <dsp:txXfrm>
        <a:off x="28557" y="2413744"/>
        <a:ext cx="7027567" cy="52788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16B09-971D-40F3-A5AF-A3AB2FF637FC}">
      <dsp:nvSpPr>
        <dsp:cNvPr id="0" name=""/>
        <dsp:cNvSpPr/>
      </dsp:nvSpPr>
      <dsp:spPr>
        <a:xfrm>
          <a:off x="0" y="6971"/>
          <a:ext cx="6048400" cy="950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Umsetzen</a:t>
          </a:r>
          <a:r>
            <a:rPr lang="de-DE" sz="2500" kern="1200" baseline="0" dirty="0"/>
            <a:t> der Richtlinien</a:t>
          </a:r>
          <a:endParaRPr lang="de-DE" sz="2500" kern="1200" dirty="0"/>
        </a:p>
      </dsp:txBody>
      <dsp:txXfrm>
        <a:off x="46406" y="53377"/>
        <a:ext cx="5955588" cy="857813"/>
      </dsp:txXfrm>
    </dsp:sp>
    <dsp:sp modelId="{444DBBC2-B33E-4F50-ADC5-CDAE3C141030}">
      <dsp:nvSpPr>
        <dsp:cNvPr id="0" name=""/>
        <dsp:cNvSpPr/>
      </dsp:nvSpPr>
      <dsp:spPr>
        <a:xfrm>
          <a:off x="0" y="1029596"/>
          <a:ext cx="6048400" cy="950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Evaluierung von Log-Management Tools</a:t>
          </a:r>
        </a:p>
      </dsp:txBody>
      <dsp:txXfrm>
        <a:off x="46406" y="1076002"/>
        <a:ext cx="5955588" cy="857813"/>
      </dsp:txXfrm>
    </dsp:sp>
    <dsp:sp modelId="{AC64C5B0-CD5D-4633-A3E4-9A608AFE1056}">
      <dsp:nvSpPr>
        <dsp:cNvPr id="0" name=""/>
        <dsp:cNvSpPr/>
      </dsp:nvSpPr>
      <dsp:spPr>
        <a:xfrm>
          <a:off x="0" y="2052221"/>
          <a:ext cx="6048400" cy="950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Einrichten eines zentralisierten </a:t>
          </a:r>
          <a:r>
            <a:rPr lang="de-DE" sz="2500" kern="1200" dirty="0" err="1"/>
            <a:t>Logging</a:t>
          </a:r>
          <a:r>
            <a:rPr lang="de-DE" sz="2500" kern="1200" dirty="0"/>
            <a:t> Servers</a:t>
          </a:r>
        </a:p>
      </dsp:txBody>
      <dsp:txXfrm>
        <a:off x="46406" y="2098627"/>
        <a:ext cx="5955588" cy="857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3C7D2-80CA-41FA-BF0D-EAE240477737}" type="datetimeFigureOut">
              <a:rPr lang="de-DE" smtClean="0"/>
              <a:t>02.09.2020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89FF7-6720-41DA-8615-7B5C1CB0E5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9887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>
                <a:solidFill>
                  <a:prstClr val="black"/>
                </a:solidFill>
              </a:rPr>
              <a:pPr/>
              <a:t>1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150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733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Team Portale betreut</a:t>
            </a:r>
            <a:r>
              <a:rPr lang="de-DE" baseline="0" dirty="0"/>
              <a:t> eine hohe </a:t>
            </a:r>
            <a:r>
              <a:rPr lang="de-DE" baseline="0" dirty="0" err="1"/>
              <a:t>anzahl</a:t>
            </a:r>
            <a:r>
              <a:rPr lang="de-DE" baseline="0" dirty="0"/>
              <a:t> an Applikation </a:t>
            </a:r>
          </a:p>
          <a:p>
            <a:r>
              <a:rPr lang="de-DE" baseline="0" dirty="0"/>
              <a:t>Dabei treten häufig Fehler auf die Reproduziert werden müssen</a:t>
            </a:r>
          </a:p>
          <a:p>
            <a:r>
              <a:rPr lang="de-DE" baseline="0" dirty="0"/>
              <a:t>Leider ist das vorhandene </a:t>
            </a:r>
            <a:r>
              <a:rPr lang="de-DE" baseline="0" dirty="0" err="1"/>
              <a:t>Logging</a:t>
            </a:r>
            <a:r>
              <a:rPr lang="de-DE" baseline="0" dirty="0"/>
              <a:t> eher Chaotisch und unstrukturiert</a:t>
            </a:r>
          </a:p>
          <a:p>
            <a:r>
              <a:rPr lang="de-DE" baseline="0" dirty="0"/>
              <a:t>Das erschwert die Reproduktion von aufgetretenen Fehlern </a:t>
            </a:r>
          </a:p>
          <a:p>
            <a:r>
              <a:rPr lang="de-DE" baseline="0" dirty="0"/>
              <a:t>Das unstrukturierte </a:t>
            </a:r>
            <a:r>
              <a:rPr lang="de-DE" baseline="0" dirty="0" err="1"/>
              <a:t>Logging</a:t>
            </a:r>
            <a:r>
              <a:rPr lang="de-DE" baseline="0" dirty="0"/>
              <a:t> resultiert daraus, dass keine Klaren Vorgaben gelten im </a:t>
            </a:r>
            <a:r>
              <a:rPr lang="de-DE" baseline="0" dirty="0" err="1"/>
              <a:t>Logging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Die Ziele für die Projektarbeit waren das erstellen von </a:t>
            </a:r>
            <a:r>
              <a:rPr lang="de-DE" baseline="0" dirty="0" err="1"/>
              <a:t>Logging</a:t>
            </a:r>
            <a:r>
              <a:rPr lang="de-DE" baseline="0" dirty="0"/>
              <a:t>-Richtlinien </a:t>
            </a:r>
          </a:p>
          <a:p>
            <a:r>
              <a:rPr lang="de-DE" baseline="0" dirty="0"/>
              <a:t>An die sich die Entwickler halten können </a:t>
            </a:r>
          </a:p>
          <a:p>
            <a:r>
              <a:rPr lang="de-DE" baseline="0" dirty="0"/>
              <a:t>Dadurch soll dann auch die Arbeit der Entwickler erleichtert werden</a:t>
            </a:r>
          </a:p>
          <a:p>
            <a:r>
              <a:rPr lang="de-DE" baseline="0" dirty="0"/>
              <a:t>Durch die Richtlinien soll das Bugtracking in Zukunft auch einfacher möglich sein </a:t>
            </a:r>
          </a:p>
          <a:p>
            <a:r>
              <a:rPr lang="de-DE" baseline="0" dirty="0"/>
              <a:t>Zum Schluss sollen dann noch Beispiele gezeigt werden, wie nicht geloggt werden soll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656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Team Portale betreut</a:t>
            </a:r>
            <a:r>
              <a:rPr lang="de-DE" baseline="0" dirty="0"/>
              <a:t> eine hohe </a:t>
            </a:r>
            <a:r>
              <a:rPr lang="de-DE" baseline="0" dirty="0" err="1"/>
              <a:t>anzahl</a:t>
            </a:r>
            <a:r>
              <a:rPr lang="de-DE" baseline="0" dirty="0"/>
              <a:t> an Applikation </a:t>
            </a:r>
          </a:p>
          <a:p>
            <a:r>
              <a:rPr lang="de-DE" baseline="0" dirty="0"/>
              <a:t>Dabei treten häufig Fehler auf die Reproduziert werden müssen</a:t>
            </a:r>
          </a:p>
          <a:p>
            <a:r>
              <a:rPr lang="de-DE" baseline="0" dirty="0"/>
              <a:t>Leider ist das vorhandene </a:t>
            </a:r>
            <a:r>
              <a:rPr lang="de-DE" baseline="0" dirty="0" err="1"/>
              <a:t>Logging</a:t>
            </a:r>
            <a:r>
              <a:rPr lang="de-DE" baseline="0" dirty="0"/>
              <a:t> eher Chaotisch und unstrukturiert</a:t>
            </a:r>
          </a:p>
          <a:p>
            <a:r>
              <a:rPr lang="de-DE" baseline="0" dirty="0"/>
              <a:t>Das erschwert die Reproduktion von aufgetretenen Fehlern </a:t>
            </a:r>
          </a:p>
          <a:p>
            <a:r>
              <a:rPr lang="de-DE" baseline="0" dirty="0"/>
              <a:t>Das unstrukturierte </a:t>
            </a:r>
            <a:r>
              <a:rPr lang="de-DE" baseline="0" dirty="0" err="1"/>
              <a:t>Logging</a:t>
            </a:r>
            <a:r>
              <a:rPr lang="de-DE" baseline="0" dirty="0"/>
              <a:t> resultiert daraus, dass keine Klaren Vorgaben gelten im </a:t>
            </a:r>
            <a:r>
              <a:rPr lang="de-DE" baseline="0" dirty="0" err="1"/>
              <a:t>Logging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Die Ziele für die Projektarbeit waren das erstellen von </a:t>
            </a:r>
            <a:r>
              <a:rPr lang="de-DE" baseline="0" dirty="0" err="1"/>
              <a:t>Logging</a:t>
            </a:r>
            <a:r>
              <a:rPr lang="de-DE" baseline="0" dirty="0"/>
              <a:t>-Richtlinien </a:t>
            </a:r>
          </a:p>
          <a:p>
            <a:r>
              <a:rPr lang="de-DE" baseline="0" dirty="0"/>
              <a:t>An die sich die Entwickler halten können </a:t>
            </a:r>
          </a:p>
          <a:p>
            <a:r>
              <a:rPr lang="de-DE" baseline="0" dirty="0"/>
              <a:t>Dadurch soll dann auch die Arbeit der Entwickler erleichtert werden</a:t>
            </a:r>
          </a:p>
          <a:p>
            <a:r>
              <a:rPr lang="de-DE" baseline="0" dirty="0"/>
              <a:t>Durch die Richtlinien soll das Bugtracking in Zukunft auch einfacher möglich sein </a:t>
            </a:r>
          </a:p>
          <a:p>
            <a:r>
              <a:rPr lang="de-DE" baseline="0" dirty="0"/>
              <a:t>Zum Schluss sollen dann noch Beispiele gezeigt werden, wie nicht geloggt werden soll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5736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93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Logging</a:t>
            </a:r>
            <a:r>
              <a:rPr lang="de-DE" baseline="0" dirty="0"/>
              <a:t> ist eine mächtige Programmiermethode, die leider Stark unterschätzt wird</a:t>
            </a:r>
          </a:p>
          <a:p>
            <a:r>
              <a:rPr lang="de-DE" baseline="0" dirty="0" err="1"/>
              <a:t>Logging</a:t>
            </a:r>
            <a:r>
              <a:rPr lang="de-DE" baseline="0" dirty="0"/>
              <a:t> Allgemein ermöglicht die Speicherung von Laufzeitinformationen</a:t>
            </a:r>
          </a:p>
          <a:p>
            <a:r>
              <a:rPr lang="de-DE" baseline="0" dirty="0"/>
              <a:t>Mithilfe dieser Informationen können Entwickler Fehler reproduzieren und erkennen </a:t>
            </a:r>
          </a:p>
          <a:p>
            <a:r>
              <a:rPr lang="de-DE" baseline="0" dirty="0"/>
              <a:t>Das </a:t>
            </a:r>
            <a:r>
              <a:rPr lang="de-DE" baseline="0" dirty="0" err="1"/>
              <a:t>Logging</a:t>
            </a:r>
            <a:r>
              <a:rPr lang="de-DE" baseline="0" dirty="0"/>
              <a:t> kann als Kommunikation zwischen Software und Entwicklern gesehen werden.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1917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Beim </a:t>
            </a:r>
            <a:r>
              <a:rPr lang="de-DE" dirty="0" err="1"/>
              <a:t>Logging</a:t>
            </a:r>
            <a:r>
              <a:rPr lang="de-DE" dirty="0"/>
              <a:t> kann</a:t>
            </a:r>
            <a:r>
              <a:rPr lang="de-DE" baseline="0" dirty="0"/>
              <a:t> es passieren das man sich denkt, lass uns alles Loggen oder eher so viele Logs brauch man nicht </a:t>
            </a:r>
          </a:p>
          <a:p>
            <a:r>
              <a:rPr lang="de-DE" baseline="0" dirty="0"/>
              <a:t>Die Probleme beim zu Vielen Loggen sind das Verstecken der wichtigen Informationen </a:t>
            </a:r>
          </a:p>
          <a:p>
            <a:r>
              <a:rPr lang="de-DE" baseline="0" dirty="0"/>
              <a:t>Bei der Flut an Logs können wichtige Dinge leichter übersehen werden </a:t>
            </a:r>
          </a:p>
          <a:p>
            <a:r>
              <a:rPr lang="de-DE" baseline="0" dirty="0"/>
              <a:t>Dann ist noch ein Problem, dass die Performance der Software beeinträchtigt werden kann </a:t>
            </a:r>
          </a:p>
          <a:p>
            <a:r>
              <a:rPr lang="de-DE" baseline="0" dirty="0"/>
              <a:t>Und Generell steigt der Aufwand und die Kosten für die Entwicklung und die Wartung von Software</a:t>
            </a:r>
          </a:p>
          <a:p>
            <a:endParaRPr lang="de-DE" baseline="0" dirty="0"/>
          </a:p>
          <a:p>
            <a:r>
              <a:rPr lang="de-DE" baseline="0" dirty="0"/>
              <a:t>Beim Zu wenig Loggen ist eine relevantes Problem, dass wichtige Informationen einfach nicht geloggt werden</a:t>
            </a:r>
          </a:p>
          <a:p>
            <a:endParaRPr lang="de-DE" baseline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289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Log Level sind beim </a:t>
            </a:r>
            <a:r>
              <a:rPr lang="de-DE" dirty="0" err="1"/>
              <a:t>Loggin</a:t>
            </a:r>
            <a:r>
              <a:rPr lang="de-DE" baseline="0" dirty="0" err="1"/>
              <a:t>g</a:t>
            </a:r>
            <a:r>
              <a:rPr lang="de-DE" baseline="0" dirty="0"/>
              <a:t> eine Methode um die geschriebenen Logs zu Filtern </a:t>
            </a:r>
          </a:p>
          <a:p>
            <a:r>
              <a:rPr lang="de-DE" baseline="0" dirty="0"/>
              <a:t>Beim Stellen des Filters werden dann nur die Logs ab dem Level angezeigt</a:t>
            </a:r>
          </a:p>
          <a:p>
            <a:r>
              <a:rPr lang="de-DE" baseline="0" dirty="0"/>
              <a:t>Welche Log-Level zur Verfügung stehen kommt auf das jeweilige Framework an</a:t>
            </a:r>
          </a:p>
          <a:p>
            <a:r>
              <a:rPr lang="de-DE" baseline="0" dirty="0"/>
              <a:t>Jedoch gibt es sechs die wirklich relevant sind </a:t>
            </a:r>
          </a:p>
          <a:p>
            <a:r>
              <a:rPr lang="de-DE" baseline="0" dirty="0"/>
              <a:t>Das sind die in der Abbildung rechts </a:t>
            </a:r>
          </a:p>
          <a:p>
            <a:endParaRPr lang="de-DE" baseline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245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Für das </a:t>
            </a:r>
            <a:r>
              <a:rPr lang="de-DE" dirty="0" err="1"/>
              <a:t>team</a:t>
            </a:r>
            <a:r>
              <a:rPr lang="de-DE" dirty="0"/>
              <a:t> relevanten</a:t>
            </a:r>
            <a:r>
              <a:rPr lang="de-DE" baseline="0" dirty="0"/>
              <a:t> Frameworks sind NLOG Log4Net und </a:t>
            </a:r>
            <a:r>
              <a:rPr lang="de-DE" baseline="0" dirty="0" err="1"/>
              <a:t>Serilog</a:t>
            </a:r>
            <a:r>
              <a:rPr lang="de-DE" baseline="0" dirty="0"/>
              <a:t> </a:t>
            </a:r>
          </a:p>
          <a:p>
            <a:r>
              <a:rPr lang="de-DE" baseline="0" dirty="0"/>
              <a:t>Die Relevanz kommt daher, dass das Team in der C# Entwickelt </a:t>
            </a:r>
          </a:p>
          <a:p>
            <a:r>
              <a:rPr lang="de-DE" baseline="0" dirty="0"/>
              <a:t>Und das derzeitig genutzte Framework ist LOg4Net</a:t>
            </a:r>
          </a:p>
          <a:p>
            <a:r>
              <a:rPr lang="de-DE" baseline="0" dirty="0"/>
              <a:t>So </a:t>
            </a:r>
            <a:r>
              <a:rPr lang="de-DE" baseline="0" dirty="0" err="1"/>
              <a:t>Nlog</a:t>
            </a:r>
            <a:r>
              <a:rPr lang="de-DE" baseline="0" dirty="0"/>
              <a:t> ist 2006 </a:t>
            </a:r>
            <a:r>
              <a:rPr lang="de-DE" baseline="0" dirty="0" err="1"/>
              <a:t>Released</a:t>
            </a:r>
            <a:r>
              <a:rPr lang="de-DE" baseline="0" dirty="0"/>
              <a:t> worden. </a:t>
            </a:r>
          </a:p>
          <a:p>
            <a:r>
              <a:rPr lang="de-DE" baseline="0" dirty="0" err="1"/>
              <a:t>Nlog</a:t>
            </a:r>
            <a:r>
              <a:rPr lang="de-DE" baseline="0" dirty="0"/>
              <a:t> Vorteile sind die Performance und leichter Konfiguration </a:t>
            </a:r>
          </a:p>
          <a:p>
            <a:r>
              <a:rPr lang="de-DE" baseline="0" dirty="0"/>
              <a:t>Zu der leichten Konfiguration gehören dann noch das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fly</a:t>
            </a:r>
            <a:r>
              <a:rPr lang="de-DE" baseline="0" dirty="0"/>
              <a:t> konfigurieren</a:t>
            </a:r>
          </a:p>
          <a:p>
            <a:r>
              <a:rPr lang="de-DE" baseline="0" dirty="0"/>
              <a:t>Das bedeutet dass während der Laufzeit die Konfiguration einfach geändert werden kann </a:t>
            </a:r>
          </a:p>
          <a:p>
            <a:endParaRPr lang="de-DE" baseline="0" dirty="0"/>
          </a:p>
          <a:p>
            <a:r>
              <a:rPr lang="de-DE" baseline="0" dirty="0"/>
              <a:t>Log4Net wurde 2001 </a:t>
            </a:r>
            <a:r>
              <a:rPr lang="de-DE" baseline="0" dirty="0" err="1"/>
              <a:t>released</a:t>
            </a:r>
            <a:r>
              <a:rPr lang="de-DE" baseline="0" dirty="0"/>
              <a:t> </a:t>
            </a:r>
          </a:p>
          <a:p>
            <a:r>
              <a:rPr lang="de-DE" baseline="0" dirty="0"/>
              <a:t>Log4Net ist eine Portierung des bekannt Log4J für Java </a:t>
            </a:r>
          </a:p>
          <a:p>
            <a:r>
              <a:rPr lang="de-DE" baseline="0" dirty="0"/>
              <a:t>Leider wurde die aktive Wartung des Log4Net Frameworks eingestellt, daher muss das Team sich umorientieren </a:t>
            </a:r>
          </a:p>
          <a:p>
            <a:endParaRPr lang="de-DE" baseline="0" dirty="0"/>
          </a:p>
          <a:p>
            <a:r>
              <a:rPr lang="de-DE" baseline="0" dirty="0" err="1"/>
              <a:t>Serilog</a:t>
            </a:r>
            <a:r>
              <a:rPr lang="de-DE" baseline="0" dirty="0"/>
              <a:t> ist das hier jüngste Framework, es wurde erst 2013 veröffentlicht</a:t>
            </a:r>
          </a:p>
          <a:p>
            <a:r>
              <a:rPr lang="de-DE" baseline="0" dirty="0"/>
              <a:t>Das Frameworks wurde speziell für das strukturierte </a:t>
            </a:r>
            <a:r>
              <a:rPr lang="de-DE" baseline="0" dirty="0" err="1"/>
              <a:t>Logging</a:t>
            </a:r>
            <a:r>
              <a:rPr lang="de-DE" baseline="0" dirty="0"/>
              <a:t> entworfen und bietet diese auch von beginn an </a:t>
            </a:r>
          </a:p>
          <a:p>
            <a:r>
              <a:rPr lang="de-DE" baseline="0" dirty="0"/>
              <a:t>Ein großer Vorteil ist die Performance des Frameworks, ähnlich wir </a:t>
            </a:r>
            <a:r>
              <a:rPr lang="de-DE" baseline="0" dirty="0" err="1"/>
              <a:t>NLog</a:t>
            </a:r>
            <a:endParaRPr lang="de-DE" baseline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81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8723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CFT</a:t>
            </a:r>
            <a:r>
              <a:rPr lang="de-DE" baseline="0" dirty="0"/>
              <a:t> Portale kümmert sich um eine Vielzahl an Applikationen</a:t>
            </a:r>
          </a:p>
          <a:p>
            <a:r>
              <a:rPr lang="de-DE" baseline="0" dirty="0"/>
              <a:t>Dazu gehören neu Entwicklungen, sowie die Weiterentwicklung bestehender Software </a:t>
            </a:r>
          </a:p>
          <a:p>
            <a:r>
              <a:rPr lang="de-DE" baseline="0" dirty="0"/>
              <a:t>Das Team wird dabei von externen Entwicklern unterstützt </a:t>
            </a:r>
          </a:p>
          <a:p>
            <a:r>
              <a:rPr lang="de-DE" baseline="0" dirty="0"/>
              <a:t>Das Problem dabei ist die hohe </a:t>
            </a:r>
            <a:r>
              <a:rPr lang="de-DE" baseline="0" dirty="0" err="1"/>
              <a:t>anzahl</a:t>
            </a:r>
            <a:r>
              <a:rPr lang="de-DE" baseline="0" dirty="0"/>
              <a:t> an unterschiedlichen Entwicklern die eingesetzt werden </a:t>
            </a:r>
          </a:p>
          <a:p>
            <a:r>
              <a:rPr lang="de-DE" baseline="0" dirty="0"/>
              <a:t>Ohne Klare Vorgaben wird der </a:t>
            </a:r>
            <a:r>
              <a:rPr lang="de-DE" baseline="0" dirty="0" err="1"/>
              <a:t>Logging</a:t>
            </a:r>
            <a:r>
              <a:rPr lang="de-DE" baseline="0" dirty="0"/>
              <a:t> Code immer chaotischer </a:t>
            </a:r>
          </a:p>
          <a:p>
            <a:r>
              <a:rPr lang="de-DE" baseline="0" dirty="0"/>
              <a:t>Jedoch hat das Team einen Starken </a:t>
            </a:r>
            <a:r>
              <a:rPr lang="de-DE" baseline="0" dirty="0" err="1"/>
              <a:t>wandel</a:t>
            </a:r>
            <a:r>
              <a:rPr lang="de-DE" baseline="0" dirty="0"/>
              <a:t> in den Letzten Jahren durchgemacht und sorgt sich um die Qualität der Software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18515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Der Technologie Stack sieht im Team so aus </a:t>
            </a:r>
          </a:p>
          <a:p>
            <a:r>
              <a:rPr lang="de-DE" dirty="0"/>
              <a:t>Sie nutzen das Angular Framework</a:t>
            </a:r>
            <a:r>
              <a:rPr lang="de-DE" baseline="0" dirty="0"/>
              <a:t> </a:t>
            </a:r>
          </a:p>
          <a:p>
            <a:r>
              <a:rPr lang="de-DE" baseline="0" dirty="0"/>
              <a:t>Angular ist ein Open-Source Framework, dass die Entwicklung von Single-Page </a:t>
            </a:r>
            <a:r>
              <a:rPr lang="de-DE" baseline="0" dirty="0" err="1"/>
              <a:t>WebApplikationen</a:t>
            </a:r>
            <a:r>
              <a:rPr lang="de-DE" baseline="0" dirty="0"/>
              <a:t> ermöglicht </a:t>
            </a:r>
          </a:p>
          <a:p>
            <a:r>
              <a:rPr lang="de-DE" baseline="0" dirty="0"/>
              <a:t>Die Programmiersprache ist hier </a:t>
            </a:r>
            <a:r>
              <a:rPr lang="de-DE" baseline="0" dirty="0" err="1"/>
              <a:t>Typescript</a:t>
            </a:r>
            <a:r>
              <a:rPr lang="de-DE" baseline="0" dirty="0"/>
              <a:t> </a:t>
            </a:r>
          </a:p>
          <a:p>
            <a:r>
              <a:rPr lang="de-DE" baseline="0" dirty="0"/>
              <a:t>Außerdem nutzen sie Das .Net Framework </a:t>
            </a:r>
          </a:p>
          <a:p>
            <a:endParaRPr lang="de-DE" baseline="0" dirty="0"/>
          </a:p>
          <a:p>
            <a:r>
              <a:rPr lang="de-DE" baseline="0" dirty="0"/>
              <a:t>Das .Net Framework bietet Entwicklungswerkzeuge, Schnittstellen und </a:t>
            </a:r>
            <a:r>
              <a:rPr lang="de-DE" baseline="0" dirty="0" err="1"/>
              <a:t>Klassenbioblotheken</a:t>
            </a:r>
            <a:r>
              <a:rPr lang="de-DE" baseline="0" dirty="0"/>
              <a:t> </a:t>
            </a:r>
          </a:p>
          <a:p>
            <a:r>
              <a:rPr lang="de-DE" baseline="0" dirty="0"/>
              <a:t>Leider ist das .Net Framework nur für Windows </a:t>
            </a:r>
          </a:p>
          <a:p>
            <a:r>
              <a:rPr lang="de-DE" baseline="0" dirty="0"/>
              <a:t>Entwickelt wird in der Sprache C#</a:t>
            </a:r>
          </a:p>
          <a:p>
            <a:r>
              <a:rPr lang="de-DE" baseline="0" dirty="0"/>
              <a:t>Ab der .Net Version 5 wird das Team auf das .Net Core wechseln. </a:t>
            </a:r>
          </a:p>
          <a:p>
            <a:r>
              <a:rPr lang="de-DE" baseline="0" dirty="0"/>
              <a:t>Das ermöglicht dann auch die Entwicklung für Linus und MacOS</a:t>
            </a:r>
          </a:p>
          <a:p>
            <a:endParaRPr lang="de-DE" baseline="0" dirty="0"/>
          </a:p>
          <a:p>
            <a:r>
              <a:rPr lang="de-DE" baseline="0" dirty="0"/>
              <a:t>Das Team nutzt den SharePoint, um den Mitglieder und Mitarbeitern der KVWL eine Plattform zur Verfügung zu stellen, die unterschiedliche Anwendungen anbietet. </a:t>
            </a:r>
          </a:p>
          <a:p>
            <a:r>
              <a:rPr lang="de-DE" baseline="0" dirty="0"/>
              <a:t>Der SharePoint ermöglicht Kollaborationen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721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5914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53674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9623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0805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8549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06217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5021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811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93008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16194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4482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3069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02473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96525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89FF7-6720-41DA-8615-7B5C1CB0E5F1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9989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 Erarbeitung von Logging-Richtlinien für das CFT Portale der Kassenärztlichen Vereinigung Westfalen-Lippe- 04.09.2020</a:t>
            </a:r>
          </a:p>
        </p:txBody>
      </p:sp>
      <p:sp>
        <p:nvSpPr>
          <p:cNvPr id="9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0" y="4967528"/>
            <a:ext cx="655671" cy="159482"/>
          </a:xfrm>
          <a:prstGeom prst="rect">
            <a:avLst/>
          </a:prstGeom>
        </p:spPr>
        <p:txBody>
          <a:bodyPr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Seite </a:t>
            </a:r>
            <a:fld id="{46232645-6AAF-4E23-B5F0-807530D989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382828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531"/>
            <a:ext cx="9150350" cy="5090320"/>
          </a:xfrm>
          <a:prstGeom prst="rect">
            <a:avLst/>
          </a:prstGeom>
        </p:spPr>
      </p:pic>
      <p:sp>
        <p:nvSpPr>
          <p:cNvPr id="5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 Erarbeitung von Logging-Richtlinien für das CFT Portale der Kassenärztlichen Vereinigung Westfalen-Lippe- 04.09.2020</a:t>
            </a:r>
          </a:p>
        </p:txBody>
      </p:sp>
      <p:sp>
        <p:nvSpPr>
          <p:cNvPr id="9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0" y="4967528"/>
            <a:ext cx="655671" cy="159482"/>
          </a:xfrm>
          <a:prstGeom prst="rect">
            <a:avLst/>
          </a:prstGeom>
        </p:spPr>
        <p:txBody>
          <a:bodyPr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Seite </a:t>
            </a:r>
            <a:fld id="{46232645-6AAF-4E23-B5F0-807530D989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2914113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531"/>
            <a:ext cx="9150350" cy="509032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763682" y="4967528"/>
            <a:ext cx="6616629" cy="169622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Kevin Bollich    Erarbeitung von Logging-Richtlinien für das CFT Portale der Kassenärztlichen Vereinigung Westfalen-Lippe- 04.09.2020</a:t>
            </a:r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0" y="4967528"/>
            <a:ext cx="655671" cy="159482"/>
          </a:xfrm>
          <a:prstGeom prst="rect">
            <a:avLst/>
          </a:prstGeom>
        </p:spPr>
        <p:txBody>
          <a:bodyPr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Seite </a:t>
            </a:r>
            <a:fld id="{46232645-6AAF-4E23-B5F0-807530D9891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234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ransition spd="slow">
    <p:wipe/>
  </p:transition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9.xml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Bernd Hecker / 1.2.1 Le    Aufgaben und Organisation Ärztlicher/Psychotherapeutischer Körperschaften und Verbände - 28.06.2019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32645-6AAF-4E23-B5F0-807530D98911}" type="slidenum">
              <a:rPr lang="de-DE" smtClean="0"/>
              <a:t>1</a:t>
            </a:fld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" y="-7380"/>
            <a:ext cx="9156986" cy="5145470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143508" y="3435846"/>
            <a:ext cx="68047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de-DE" altLang="de-DE" sz="2000" b="1" dirty="0">
                <a:solidFill>
                  <a:srgbClr val="55A51C"/>
                </a:solidFill>
                <a:cs typeface="Arial" panose="020B0604020202020204" pitchFamily="34" charset="0"/>
              </a:rPr>
              <a:t>Erarbeitung von </a:t>
            </a:r>
            <a:r>
              <a:rPr lang="de-DE" altLang="de-DE" sz="2000" b="1" dirty="0" err="1">
                <a:solidFill>
                  <a:srgbClr val="55A51C"/>
                </a:solidFill>
                <a:cs typeface="Arial" panose="020B0604020202020204" pitchFamily="34" charset="0"/>
              </a:rPr>
              <a:t>Logging</a:t>
            </a:r>
            <a:r>
              <a:rPr lang="de-DE" altLang="de-DE" sz="2000" b="1" dirty="0">
                <a:solidFill>
                  <a:srgbClr val="55A51C"/>
                </a:solidFill>
                <a:cs typeface="Arial" panose="020B0604020202020204" pitchFamily="34" charset="0"/>
              </a:rPr>
              <a:t>-Richtlinien für das CFT Portale der Kassenärztlichen Vereinigung Westfalen-Lippe</a:t>
            </a:r>
          </a:p>
        </p:txBody>
      </p:sp>
      <p:sp>
        <p:nvSpPr>
          <p:cNvPr id="8" name="Rechteck 7"/>
          <p:cNvSpPr/>
          <p:nvPr/>
        </p:nvSpPr>
        <p:spPr>
          <a:xfrm>
            <a:off x="143508" y="4473421"/>
            <a:ext cx="33483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de-DE" altLang="de-DE" sz="1200" dirty="0">
                <a:solidFill>
                  <a:srgbClr val="8E969D"/>
                </a:solidFill>
                <a:cs typeface="Arial" panose="020B0604020202020204" pitchFamily="34" charset="0"/>
              </a:rPr>
              <a:t>Kevin Bollich</a:t>
            </a:r>
          </a:p>
        </p:txBody>
      </p:sp>
      <p:grpSp>
        <p:nvGrpSpPr>
          <p:cNvPr id="12" name="Group 267"/>
          <p:cNvGrpSpPr>
            <a:grpSpLocks noChangeAspect="1"/>
          </p:cNvGrpSpPr>
          <p:nvPr/>
        </p:nvGrpSpPr>
        <p:grpSpPr bwMode="auto">
          <a:xfrm>
            <a:off x="7030134" y="3543859"/>
            <a:ext cx="1956987" cy="324036"/>
            <a:chOff x="136" y="383"/>
            <a:chExt cx="3678" cy="609"/>
          </a:xfrm>
        </p:grpSpPr>
        <p:sp>
          <p:nvSpPr>
            <p:cNvPr id="13" name="AutoShape 266"/>
            <p:cNvSpPr>
              <a:spLocks noChangeAspect="1" noChangeArrowheads="1" noTextEdit="1"/>
            </p:cNvSpPr>
            <p:nvPr/>
          </p:nvSpPr>
          <p:spPr bwMode="auto">
            <a:xfrm>
              <a:off x="136" y="383"/>
              <a:ext cx="3678" cy="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4" name="Freeform 268"/>
            <p:cNvSpPr>
              <a:spLocks/>
            </p:cNvSpPr>
            <p:nvPr/>
          </p:nvSpPr>
          <p:spPr bwMode="auto">
            <a:xfrm>
              <a:off x="2529" y="837"/>
              <a:ext cx="132" cy="124"/>
            </a:xfrm>
            <a:custGeom>
              <a:avLst/>
              <a:gdLst>
                <a:gd name="T0" fmla="*/ 56 w 56"/>
                <a:gd name="T1" fmla="*/ 0 h 52"/>
                <a:gd name="T2" fmla="*/ 49 w 56"/>
                <a:gd name="T3" fmla="*/ 0 h 52"/>
                <a:gd name="T4" fmla="*/ 42 w 56"/>
                <a:gd name="T5" fmla="*/ 33 h 52"/>
                <a:gd name="T6" fmla="*/ 41 w 56"/>
                <a:gd name="T7" fmla="*/ 40 h 52"/>
                <a:gd name="T8" fmla="*/ 40 w 56"/>
                <a:gd name="T9" fmla="*/ 34 h 52"/>
                <a:gd name="T10" fmla="*/ 32 w 56"/>
                <a:gd name="T11" fmla="*/ 0 h 52"/>
                <a:gd name="T12" fmla="*/ 25 w 56"/>
                <a:gd name="T13" fmla="*/ 0 h 52"/>
                <a:gd name="T14" fmla="*/ 17 w 56"/>
                <a:gd name="T15" fmla="*/ 33 h 52"/>
                <a:gd name="T16" fmla="*/ 15 w 56"/>
                <a:gd name="T17" fmla="*/ 40 h 52"/>
                <a:gd name="T18" fmla="*/ 14 w 56"/>
                <a:gd name="T19" fmla="*/ 33 h 52"/>
                <a:gd name="T20" fmla="*/ 8 w 56"/>
                <a:gd name="T21" fmla="*/ 0 h 52"/>
                <a:gd name="T22" fmla="*/ 0 w 56"/>
                <a:gd name="T23" fmla="*/ 0 h 52"/>
                <a:gd name="T24" fmla="*/ 10 w 56"/>
                <a:gd name="T25" fmla="*/ 52 h 52"/>
                <a:gd name="T26" fmla="*/ 18 w 56"/>
                <a:gd name="T27" fmla="*/ 52 h 52"/>
                <a:gd name="T28" fmla="*/ 27 w 56"/>
                <a:gd name="T29" fmla="*/ 18 h 52"/>
                <a:gd name="T30" fmla="*/ 28 w 56"/>
                <a:gd name="T31" fmla="*/ 11 h 52"/>
                <a:gd name="T32" fmla="*/ 30 w 56"/>
                <a:gd name="T33" fmla="*/ 18 h 52"/>
                <a:gd name="T34" fmla="*/ 38 w 56"/>
                <a:gd name="T35" fmla="*/ 52 h 52"/>
                <a:gd name="T36" fmla="*/ 46 w 56"/>
                <a:gd name="T37" fmla="*/ 52 h 52"/>
                <a:gd name="T38" fmla="*/ 56 w 56"/>
                <a:gd name="T3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52">
                  <a:moveTo>
                    <a:pt x="56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5"/>
                    <a:pt x="42" y="38"/>
                    <a:pt x="41" y="40"/>
                  </a:cubicBezTo>
                  <a:cubicBezTo>
                    <a:pt x="41" y="38"/>
                    <a:pt x="41" y="35"/>
                    <a:pt x="40" y="3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6" y="34"/>
                    <a:pt x="15" y="38"/>
                    <a:pt x="15" y="40"/>
                  </a:cubicBezTo>
                  <a:cubicBezTo>
                    <a:pt x="15" y="38"/>
                    <a:pt x="14" y="34"/>
                    <a:pt x="14" y="3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6"/>
                    <a:pt x="28" y="13"/>
                    <a:pt x="28" y="11"/>
                  </a:cubicBezTo>
                  <a:cubicBezTo>
                    <a:pt x="28" y="13"/>
                    <a:pt x="29" y="16"/>
                    <a:pt x="30" y="18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46" y="52"/>
                    <a:pt x="46" y="52"/>
                    <a:pt x="46" y="52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5" name="Freeform 269"/>
            <p:cNvSpPr>
              <a:spLocks noEditPoints="1"/>
            </p:cNvSpPr>
            <p:nvPr/>
          </p:nvSpPr>
          <p:spPr bwMode="auto">
            <a:xfrm>
              <a:off x="2668" y="866"/>
              <a:ext cx="81" cy="98"/>
            </a:xfrm>
            <a:custGeom>
              <a:avLst/>
              <a:gdLst>
                <a:gd name="T0" fmla="*/ 34 w 34"/>
                <a:gd name="T1" fmla="*/ 20 h 41"/>
                <a:gd name="T2" fmla="*/ 17 w 34"/>
                <a:gd name="T3" fmla="*/ 0 h 41"/>
                <a:gd name="T4" fmla="*/ 0 w 34"/>
                <a:gd name="T5" fmla="*/ 20 h 41"/>
                <a:gd name="T6" fmla="*/ 17 w 34"/>
                <a:gd name="T7" fmla="*/ 41 h 41"/>
                <a:gd name="T8" fmla="*/ 30 w 34"/>
                <a:gd name="T9" fmla="*/ 36 h 41"/>
                <a:gd name="T10" fmla="*/ 26 w 34"/>
                <a:gd name="T11" fmla="*/ 31 h 41"/>
                <a:gd name="T12" fmla="*/ 17 w 34"/>
                <a:gd name="T13" fmla="*/ 34 h 41"/>
                <a:gd name="T14" fmla="*/ 8 w 34"/>
                <a:gd name="T15" fmla="*/ 23 h 41"/>
                <a:gd name="T16" fmla="*/ 33 w 34"/>
                <a:gd name="T17" fmla="*/ 23 h 41"/>
                <a:gd name="T18" fmla="*/ 34 w 34"/>
                <a:gd name="T19" fmla="*/ 20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20"/>
                  </a:moveTo>
                  <a:cubicBezTo>
                    <a:pt x="34" y="9"/>
                    <a:pt x="28" y="0"/>
                    <a:pt x="17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3"/>
                    <a:pt x="8" y="41"/>
                    <a:pt x="17" y="41"/>
                  </a:cubicBezTo>
                  <a:cubicBezTo>
                    <a:pt x="23" y="41"/>
                    <a:pt x="27" y="39"/>
                    <a:pt x="30" y="3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3" y="33"/>
                    <a:pt x="21" y="34"/>
                    <a:pt x="17" y="34"/>
                  </a:cubicBezTo>
                  <a:cubicBezTo>
                    <a:pt x="13" y="34"/>
                    <a:pt x="8" y="31"/>
                    <a:pt x="8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1"/>
                    <a:pt x="34" y="20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8" y="11"/>
                    <a:pt x="12" y="7"/>
                    <a:pt x="17" y="7"/>
                  </a:cubicBezTo>
                  <a:cubicBezTo>
                    <a:pt x="23" y="7"/>
                    <a:pt x="26" y="11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6" name="Freeform 270"/>
            <p:cNvSpPr>
              <a:spLocks/>
            </p:cNvSpPr>
            <p:nvPr/>
          </p:nvSpPr>
          <p:spPr bwMode="auto">
            <a:xfrm>
              <a:off x="2763" y="866"/>
              <a:ext cx="71" cy="98"/>
            </a:xfrm>
            <a:custGeom>
              <a:avLst/>
              <a:gdLst>
                <a:gd name="T0" fmla="*/ 30 w 30"/>
                <a:gd name="T1" fmla="*/ 29 h 41"/>
                <a:gd name="T2" fmla="*/ 17 w 30"/>
                <a:gd name="T3" fmla="*/ 16 h 41"/>
                <a:gd name="T4" fmla="*/ 9 w 30"/>
                <a:gd name="T5" fmla="*/ 10 h 41"/>
                <a:gd name="T6" fmla="*/ 15 w 30"/>
                <a:gd name="T7" fmla="*/ 7 h 41"/>
                <a:gd name="T8" fmla="*/ 25 w 30"/>
                <a:gd name="T9" fmla="*/ 10 h 41"/>
                <a:gd name="T10" fmla="*/ 28 w 30"/>
                <a:gd name="T11" fmla="*/ 4 h 41"/>
                <a:gd name="T12" fmla="*/ 15 w 30"/>
                <a:gd name="T13" fmla="*/ 0 h 41"/>
                <a:gd name="T14" fmla="*/ 2 w 30"/>
                <a:gd name="T15" fmla="*/ 11 h 41"/>
                <a:gd name="T16" fmla="*/ 13 w 30"/>
                <a:gd name="T17" fmla="*/ 23 h 41"/>
                <a:gd name="T18" fmla="*/ 22 w 30"/>
                <a:gd name="T19" fmla="*/ 30 h 41"/>
                <a:gd name="T20" fmla="*/ 15 w 30"/>
                <a:gd name="T21" fmla="*/ 34 h 41"/>
                <a:gd name="T22" fmla="*/ 4 w 30"/>
                <a:gd name="T23" fmla="*/ 30 h 41"/>
                <a:gd name="T24" fmla="*/ 0 w 30"/>
                <a:gd name="T25" fmla="*/ 36 h 41"/>
                <a:gd name="T26" fmla="*/ 15 w 30"/>
                <a:gd name="T27" fmla="*/ 41 h 41"/>
                <a:gd name="T28" fmla="*/ 30 w 30"/>
                <a:gd name="T2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41">
                  <a:moveTo>
                    <a:pt x="30" y="29"/>
                  </a:moveTo>
                  <a:cubicBezTo>
                    <a:pt x="30" y="22"/>
                    <a:pt x="25" y="19"/>
                    <a:pt x="17" y="16"/>
                  </a:cubicBezTo>
                  <a:cubicBezTo>
                    <a:pt x="11" y="14"/>
                    <a:pt x="9" y="12"/>
                    <a:pt x="9" y="10"/>
                  </a:cubicBezTo>
                  <a:cubicBezTo>
                    <a:pt x="9" y="8"/>
                    <a:pt x="11" y="7"/>
                    <a:pt x="15" y="7"/>
                  </a:cubicBezTo>
                  <a:cubicBezTo>
                    <a:pt x="18" y="7"/>
                    <a:pt x="22" y="8"/>
                    <a:pt x="25" y="1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5" y="2"/>
                    <a:pt x="20" y="0"/>
                    <a:pt x="15" y="0"/>
                  </a:cubicBezTo>
                  <a:cubicBezTo>
                    <a:pt x="7" y="0"/>
                    <a:pt x="2" y="4"/>
                    <a:pt x="2" y="11"/>
                  </a:cubicBezTo>
                  <a:cubicBezTo>
                    <a:pt x="2" y="17"/>
                    <a:pt x="5" y="20"/>
                    <a:pt x="13" y="23"/>
                  </a:cubicBezTo>
                  <a:cubicBezTo>
                    <a:pt x="19" y="25"/>
                    <a:pt x="22" y="27"/>
                    <a:pt x="22" y="30"/>
                  </a:cubicBezTo>
                  <a:cubicBezTo>
                    <a:pt x="22" y="32"/>
                    <a:pt x="20" y="34"/>
                    <a:pt x="15" y="34"/>
                  </a:cubicBezTo>
                  <a:cubicBezTo>
                    <a:pt x="11" y="34"/>
                    <a:pt x="7" y="33"/>
                    <a:pt x="4" y="3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9"/>
                    <a:pt x="10" y="41"/>
                    <a:pt x="15" y="41"/>
                  </a:cubicBezTo>
                  <a:cubicBezTo>
                    <a:pt x="23" y="41"/>
                    <a:pt x="30" y="38"/>
                    <a:pt x="30" y="29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7" name="Freeform 271"/>
            <p:cNvSpPr>
              <a:spLocks/>
            </p:cNvSpPr>
            <p:nvPr/>
          </p:nvSpPr>
          <p:spPr bwMode="auto">
            <a:xfrm>
              <a:off x="2848" y="832"/>
              <a:ext cx="52" cy="132"/>
            </a:xfrm>
            <a:custGeom>
              <a:avLst/>
              <a:gdLst>
                <a:gd name="T0" fmla="*/ 22 w 22"/>
                <a:gd name="T1" fmla="*/ 46 h 55"/>
                <a:gd name="T2" fmla="*/ 17 w 22"/>
                <a:gd name="T3" fmla="*/ 48 h 55"/>
                <a:gd name="T4" fmla="*/ 13 w 22"/>
                <a:gd name="T5" fmla="*/ 43 h 55"/>
                <a:gd name="T6" fmla="*/ 13 w 22"/>
                <a:gd name="T7" fmla="*/ 22 h 55"/>
                <a:gd name="T8" fmla="*/ 22 w 22"/>
                <a:gd name="T9" fmla="*/ 22 h 55"/>
                <a:gd name="T10" fmla="*/ 22 w 22"/>
                <a:gd name="T11" fmla="*/ 15 h 55"/>
                <a:gd name="T12" fmla="*/ 13 w 22"/>
                <a:gd name="T13" fmla="*/ 15 h 55"/>
                <a:gd name="T14" fmla="*/ 13 w 22"/>
                <a:gd name="T15" fmla="*/ 0 h 55"/>
                <a:gd name="T16" fmla="*/ 5 w 22"/>
                <a:gd name="T17" fmla="*/ 4 h 55"/>
                <a:gd name="T18" fmla="*/ 5 w 22"/>
                <a:gd name="T19" fmla="*/ 15 h 55"/>
                <a:gd name="T20" fmla="*/ 0 w 22"/>
                <a:gd name="T21" fmla="*/ 15 h 55"/>
                <a:gd name="T22" fmla="*/ 0 w 22"/>
                <a:gd name="T23" fmla="*/ 22 h 55"/>
                <a:gd name="T24" fmla="*/ 5 w 22"/>
                <a:gd name="T25" fmla="*/ 22 h 55"/>
                <a:gd name="T26" fmla="*/ 5 w 22"/>
                <a:gd name="T27" fmla="*/ 44 h 55"/>
                <a:gd name="T28" fmla="*/ 14 w 22"/>
                <a:gd name="T29" fmla="*/ 55 h 55"/>
                <a:gd name="T30" fmla="*/ 22 w 22"/>
                <a:gd name="T31" fmla="*/ 53 h 55"/>
                <a:gd name="T32" fmla="*/ 22 w 22"/>
                <a:gd name="T33" fmla="*/ 4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55">
                  <a:moveTo>
                    <a:pt x="22" y="46"/>
                  </a:moveTo>
                  <a:cubicBezTo>
                    <a:pt x="21" y="47"/>
                    <a:pt x="19" y="48"/>
                    <a:pt x="17" y="48"/>
                  </a:cubicBezTo>
                  <a:cubicBezTo>
                    <a:pt x="14" y="48"/>
                    <a:pt x="13" y="47"/>
                    <a:pt x="13" y="4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51"/>
                    <a:pt x="9" y="55"/>
                    <a:pt x="14" y="55"/>
                  </a:cubicBezTo>
                  <a:cubicBezTo>
                    <a:pt x="17" y="55"/>
                    <a:pt x="20" y="54"/>
                    <a:pt x="22" y="53"/>
                  </a:cubicBezTo>
                  <a:lnTo>
                    <a:pt x="22" y="46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8" name="Freeform 272"/>
            <p:cNvSpPr>
              <a:spLocks/>
            </p:cNvSpPr>
            <p:nvPr/>
          </p:nvSpPr>
          <p:spPr bwMode="auto">
            <a:xfrm>
              <a:off x="2917" y="832"/>
              <a:ext cx="47" cy="129"/>
            </a:xfrm>
            <a:custGeom>
              <a:avLst/>
              <a:gdLst>
                <a:gd name="T0" fmla="*/ 20 w 20"/>
                <a:gd name="T1" fmla="*/ 7 h 54"/>
                <a:gd name="T2" fmla="*/ 20 w 20"/>
                <a:gd name="T3" fmla="*/ 1 h 54"/>
                <a:gd name="T4" fmla="*/ 15 w 20"/>
                <a:gd name="T5" fmla="*/ 0 h 54"/>
                <a:gd name="T6" fmla="*/ 5 w 20"/>
                <a:gd name="T7" fmla="*/ 10 h 54"/>
                <a:gd name="T8" fmla="*/ 5 w 20"/>
                <a:gd name="T9" fmla="*/ 15 h 54"/>
                <a:gd name="T10" fmla="*/ 0 w 20"/>
                <a:gd name="T11" fmla="*/ 15 h 54"/>
                <a:gd name="T12" fmla="*/ 0 w 20"/>
                <a:gd name="T13" fmla="*/ 22 h 54"/>
                <a:gd name="T14" fmla="*/ 5 w 20"/>
                <a:gd name="T15" fmla="*/ 22 h 54"/>
                <a:gd name="T16" fmla="*/ 5 w 20"/>
                <a:gd name="T17" fmla="*/ 54 h 54"/>
                <a:gd name="T18" fmla="*/ 12 w 20"/>
                <a:gd name="T19" fmla="*/ 54 h 54"/>
                <a:gd name="T20" fmla="*/ 12 w 20"/>
                <a:gd name="T21" fmla="*/ 22 h 54"/>
                <a:gd name="T22" fmla="*/ 20 w 20"/>
                <a:gd name="T23" fmla="*/ 22 h 54"/>
                <a:gd name="T24" fmla="*/ 20 w 20"/>
                <a:gd name="T25" fmla="*/ 15 h 54"/>
                <a:gd name="T26" fmla="*/ 12 w 20"/>
                <a:gd name="T27" fmla="*/ 15 h 54"/>
                <a:gd name="T28" fmla="*/ 12 w 20"/>
                <a:gd name="T29" fmla="*/ 10 h 54"/>
                <a:gd name="T30" fmla="*/ 16 w 20"/>
                <a:gd name="T31" fmla="*/ 7 h 54"/>
                <a:gd name="T32" fmla="*/ 20 w 20"/>
                <a:gd name="T33" fmla="*/ 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54">
                  <a:moveTo>
                    <a:pt x="20" y="7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19" y="0"/>
                    <a:pt x="17" y="0"/>
                    <a:pt x="15" y="0"/>
                  </a:cubicBezTo>
                  <a:cubicBezTo>
                    <a:pt x="9" y="0"/>
                    <a:pt x="5" y="3"/>
                    <a:pt x="5" y="10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8"/>
                    <a:pt x="13" y="7"/>
                    <a:pt x="16" y="7"/>
                  </a:cubicBezTo>
                  <a:cubicBezTo>
                    <a:pt x="17" y="7"/>
                    <a:pt x="19" y="7"/>
                    <a:pt x="20" y="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19" name="Freeform 273"/>
            <p:cNvSpPr>
              <a:spLocks noEditPoints="1"/>
            </p:cNvSpPr>
            <p:nvPr/>
          </p:nvSpPr>
          <p:spPr bwMode="auto">
            <a:xfrm>
              <a:off x="2976" y="866"/>
              <a:ext cx="73" cy="98"/>
            </a:xfrm>
            <a:custGeom>
              <a:avLst/>
              <a:gdLst>
                <a:gd name="T0" fmla="*/ 31 w 31"/>
                <a:gd name="T1" fmla="*/ 40 h 41"/>
                <a:gd name="T2" fmla="*/ 31 w 31"/>
                <a:gd name="T3" fmla="*/ 13 h 41"/>
                <a:gd name="T4" fmla="*/ 17 w 31"/>
                <a:gd name="T5" fmla="*/ 0 h 41"/>
                <a:gd name="T6" fmla="*/ 3 w 31"/>
                <a:gd name="T7" fmla="*/ 4 h 41"/>
                <a:gd name="T8" fmla="*/ 6 w 31"/>
                <a:gd name="T9" fmla="*/ 9 h 41"/>
                <a:gd name="T10" fmla="*/ 16 w 31"/>
                <a:gd name="T11" fmla="*/ 7 h 41"/>
                <a:gd name="T12" fmla="*/ 24 w 31"/>
                <a:gd name="T13" fmla="*/ 14 h 41"/>
                <a:gd name="T14" fmla="*/ 24 w 31"/>
                <a:gd name="T15" fmla="*/ 16 h 41"/>
                <a:gd name="T16" fmla="*/ 15 w 31"/>
                <a:gd name="T17" fmla="*/ 15 h 41"/>
                <a:gd name="T18" fmla="*/ 0 w 31"/>
                <a:gd name="T19" fmla="*/ 28 h 41"/>
                <a:gd name="T20" fmla="*/ 13 w 31"/>
                <a:gd name="T21" fmla="*/ 41 h 41"/>
                <a:gd name="T22" fmla="*/ 24 w 31"/>
                <a:gd name="T23" fmla="*/ 36 h 41"/>
                <a:gd name="T24" fmla="*/ 24 w 31"/>
                <a:gd name="T25" fmla="*/ 40 h 41"/>
                <a:gd name="T26" fmla="*/ 31 w 31"/>
                <a:gd name="T27" fmla="*/ 40 h 41"/>
                <a:gd name="T28" fmla="*/ 24 w 31"/>
                <a:gd name="T29" fmla="*/ 29 h 41"/>
                <a:gd name="T30" fmla="*/ 14 w 31"/>
                <a:gd name="T31" fmla="*/ 34 h 41"/>
                <a:gd name="T32" fmla="*/ 7 w 31"/>
                <a:gd name="T33" fmla="*/ 27 h 41"/>
                <a:gd name="T34" fmla="*/ 15 w 31"/>
                <a:gd name="T35" fmla="*/ 22 h 41"/>
                <a:gd name="T36" fmla="*/ 24 w 31"/>
                <a:gd name="T37" fmla="*/ 23 h 41"/>
                <a:gd name="T38" fmla="*/ 24 w 31"/>
                <a:gd name="T3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" h="41">
                  <a:moveTo>
                    <a:pt x="31" y="40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4"/>
                    <a:pt x="25" y="0"/>
                    <a:pt x="17" y="0"/>
                  </a:cubicBezTo>
                  <a:cubicBezTo>
                    <a:pt x="11" y="0"/>
                    <a:pt x="7" y="1"/>
                    <a:pt x="3" y="4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9" y="8"/>
                    <a:pt x="12" y="7"/>
                    <a:pt x="16" y="7"/>
                  </a:cubicBezTo>
                  <a:cubicBezTo>
                    <a:pt x="21" y="7"/>
                    <a:pt x="24" y="9"/>
                    <a:pt x="24" y="14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15"/>
                    <a:pt x="19" y="15"/>
                    <a:pt x="15" y="15"/>
                  </a:cubicBezTo>
                  <a:cubicBezTo>
                    <a:pt x="6" y="15"/>
                    <a:pt x="0" y="19"/>
                    <a:pt x="0" y="28"/>
                  </a:cubicBezTo>
                  <a:cubicBezTo>
                    <a:pt x="0" y="37"/>
                    <a:pt x="7" y="41"/>
                    <a:pt x="13" y="41"/>
                  </a:cubicBezTo>
                  <a:cubicBezTo>
                    <a:pt x="17" y="41"/>
                    <a:pt x="21" y="39"/>
                    <a:pt x="24" y="36"/>
                  </a:cubicBezTo>
                  <a:cubicBezTo>
                    <a:pt x="24" y="40"/>
                    <a:pt x="24" y="40"/>
                    <a:pt x="24" y="40"/>
                  </a:cubicBezTo>
                  <a:lnTo>
                    <a:pt x="31" y="40"/>
                  </a:lnTo>
                  <a:close/>
                  <a:moveTo>
                    <a:pt x="24" y="29"/>
                  </a:moveTo>
                  <a:cubicBezTo>
                    <a:pt x="22" y="31"/>
                    <a:pt x="18" y="34"/>
                    <a:pt x="14" y="34"/>
                  </a:cubicBezTo>
                  <a:cubicBezTo>
                    <a:pt x="9" y="34"/>
                    <a:pt x="7" y="31"/>
                    <a:pt x="7" y="27"/>
                  </a:cubicBezTo>
                  <a:cubicBezTo>
                    <a:pt x="7" y="24"/>
                    <a:pt x="10" y="22"/>
                    <a:pt x="15" y="22"/>
                  </a:cubicBezTo>
                  <a:cubicBezTo>
                    <a:pt x="19" y="22"/>
                    <a:pt x="22" y="22"/>
                    <a:pt x="24" y="23"/>
                  </a:cubicBezTo>
                  <a:lnTo>
                    <a:pt x="24" y="2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0" name="Freeform 274"/>
            <p:cNvSpPr>
              <a:spLocks/>
            </p:cNvSpPr>
            <p:nvPr/>
          </p:nvSpPr>
          <p:spPr bwMode="auto">
            <a:xfrm>
              <a:off x="3078" y="832"/>
              <a:ext cx="16" cy="129"/>
            </a:xfrm>
            <a:custGeom>
              <a:avLst/>
              <a:gdLst>
                <a:gd name="T0" fmla="*/ 16 w 16"/>
                <a:gd name="T1" fmla="*/ 129 h 129"/>
                <a:gd name="T2" fmla="*/ 16 w 16"/>
                <a:gd name="T3" fmla="*/ 0 h 129"/>
                <a:gd name="T4" fmla="*/ 0 w 16"/>
                <a:gd name="T5" fmla="*/ 10 h 129"/>
                <a:gd name="T6" fmla="*/ 0 w 16"/>
                <a:gd name="T7" fmla="*/ 129 h 129"/>
                <a:gd name="T8" fmla="*/ 16 w 16"/>
                <a:gd name="T9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29">
                  <a:moveTo>
                    <a:pt x="16" y="129"/>
                  </a:moveTo>
                  <a:lnTo>
                    <a:pt x="16" y="0"/>
                  </a:lnTo>
                  <a:lnTo>
                    <a:pt x="0" y="10"/>
                  </a:lnTo>
                  <a:lnTo>
                    <a:pt x="0" y="129"/>
                  </a:lnTo>
                  <a:lnTo>
                    <a:pt x="16" y="12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1" name="Freeform 275"/>
            <p:cNvSpPr>
              <a:spLocks noEditPoints="1"/>
            </p:cNvSpPr>
            <p:nvPr/>
          </p:nvSpPr>
          <p:spPr bwMode="auto">
            <a:xfrm>
              <a:off x="3118" y="866"/>
              <a:ext cx="81" cy="98"/>
            </a:xfrm>
            <a:custGeom>
              <a:avLst/>
              <a:gdLst>
                <a:gd name="T0" fmla="*/ 34 w 34"/>
                <a:gd name="T1" fmla="*/ 20 h 41"/>
                <a:gd name="T2" fmla="*/ 17 w 34"/>
                <a:gd name="T3" fmla="*/ 0 h 41"/>
                <a:gd name="T4" fmla="*/ 0 w 34"/>
                <a:gd name="T5" fmla="*/ 20 h 41"/>
                <a:gd name="T6" fmla="*/ 17 w 34"/>
                <a:gd name="T7" fmla="*/ 41 h 41"/>
                <a:gd name="T8" fmla="*/ 31 w 34"/>
                <a:gd name="T9" fmla="*/ 36 h 41"/>
                <a:gd name="T10" fmla="*/ 26 w 34"/>
                <a:gd name="T11" fmla="*/ 31 h 41"/>
                <a:gd name="T12" fmla="*/ 18 w 34"/>
                <a:gd name="T13" fmla="*/ 34 h 41"/>
                <a:gd name="T14" fmla="*/ 8 w 34"/>
                <a:gd name="T15" fmla="*/ 23 h 41"/>
                <a:gd name="T16" fmla="*/ 34 w 34"/>
                <a:gd name="T17" fmla="*/ 23 h 41"/>
                <a:gd name="T18" fmla="*/ 34 w 34"/>
                <a:gd name="T19" fmla="*/ 20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20"/>
                  </a:moveTo>
                  <a:cubicBezTo>
                    <a:pt x="34" y="9"/>
                    <a:pt x="29" y="0"/>
                    <a:pt x="17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3"/>
                    <a:pt x="8" y="41"/>
                    <a:pt x="17" y="41"/>
                  </a:cubicBezTo>
                  <a:cubicBezTo>
                    <a:pt x="23" y="41"/>
                    <a:pt x="27" y="39"/>
                    <a:pt x="31" y="3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4" y="33"/>
                    <a:pt x="21" y="34"/>
                    <a:pt x="18" y="34"/>
                  </a:cubicBezTo>
                  <a:cubicBezTo>
                    <a:pt x="13" y="34"/>
                    <a:pt x="9" y="31"/>
                    <a:pt x="8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4" y="22"/>
                    <a:pt x="34" y="21"/>
                    <a:pt x="34" y="20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9" y="11"/>
                    <a:pt x="12" y="7"/>
                    <a:pt x="17" y="7"/>
                  </a:cubicBezTo>
                  <a:cubicBezTo>
                    <a:pt x="23" y="7"/>
                    <a:pt x="26" y="11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2" name="Freeform 276"/>
            <p:cNvSpPr>
              <a:spLocks/>
            </p:cNvSpPr>
            <p:nvPr/>
          </p:nvSpPr>
          <p:spPr bwMode="auto">
            <a:xfrm>
              <a:off x="3220" y="866"/>
              <a:ext cx="76" cy="95"/>
            </a:xfrm>
            <a:custGeom>
              <a:avLst/>
              <a:gdLst>
                <a:gd name="T0" fmla="*/ 32 w 32"/>
                <a:gd name="T1" fmla="*/ 40 h 40"/>
                <a:gd name="T2" fmla="*/ 32 w 32"/>
                <a:gd name="T3" fmla="*/ 18 h 40"/>
                <a:gd name="T4" fmla="*/ 18 w 32"/>
                <a:gd name="T5" fmla="*/ 0 h 40"/>
                <a:gd name="T6" fmla="*/ 8 w 32"/>
                <a:gd name="T7" fmla="*/ 5 h 40"/>
                <a:gd name="T8" fmla="*/ 8 w 32"/>
                <a:gd name="T9" fmla="*/ 1 h 40"/>
                <a:gd name="T10" fmla="*/ 0 w 32"/>
                <a:gd name="T11" fmla="*/ 1 h 40"/>
                <a:gd name="T12" fmla="*/ 0 w 32"/>
                <a:gd name="T13" fmla="*/ 40 h 40"/>
                <a:gd name="T14" fmla="*/ 8 w 32"/>
                <a:gd name="T15" fmla="*/ 40 h 40"/>
                <a:gd name="T16" fmla="*/ 8 w 32"/>
                <a:gd name="T17" fmla="*/ 17 h 40"/>
                <a:gd name="T18" fmla="*/ 16 w 32"/>
                <a:gd name="T19" fmla="*/ 7 h 40"/>
                <a:gd name="T20" fmla="*/ 24 w 32"/>
                <a:gd name="T21" fmla="*/ 18 h 40"/>
                <a:gd name="T22" fmla="*/ 24 w 32"/>
                <a:gd name="T23" fmla="*/ 40 h 40"/>
                <a:gd name="T24" fmla="*/ 32 w 32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32" y="40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27" y="0"/>
                    <a:pt x="18" y="0"/>
                  </a:cubicBezTo>
                  <a:cubicBezTo>
                    <a:pt x="14" y="0"/>
                    <a:pt x="10" y="2"/>
                    <a:pt x="8" y="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1"/>
                    <a:pt x="11" y="7"/>
                    <a:pt x="16" y="7"/>
                  </a:cubicBezTo>
                  <a:cubicBezTo>
                    <a:pt x="21" y="7"/>
                    <a:pt x="24" y="10"/>
                    <a:pt x="24" y="18"/>
                  </a:cubicBezTo>
                  <a:cubicBezTo>
                    <a:pt x="24" y="40"/>
                    <a:pt x="24" y="40"/>
                    <a:pt x="24" y="40"/>
                  </a:cubicBezTo>
                  <a:lnTo>
                    <a:pt x="32" y="4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3" name="Rectangle 277"/>
            <p:cNvSpPr>
              <a:spLocks noChangeArrowheads="1"/>
            </p:cNvSpPr>
            <p:nvPr/>
          </p:nvSpPr>
          <p:spPr bwMode="auto">
            <a:xfrm>
              <a:off x="3317" y="887"/>
              <a:ext cx="45" cy="17"/>
            </a:xfrm>
            <a:prstGeom prst="rect">
              <a:avLst/>
            </a:pr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4" name="Freeform 278"/>
            <p:cNvSpPr>
              <a:spLocks/>
            </p:cNvSpPr>
            <p:nvPr/>
          </p:nvSpPr>
          <p:spPr bwMode="auto">
            <a:xfrm>
              <a:off x="3388" y="837"/>
              <a:ext cx="80" cy="124"/>
            </a:xfrm>
            <a:custGeom>
              <a:avLst/>
              <a:gdLst>
                <a:gd name="T0" fmla="*/ 80 w 80"/>
                <a:gd name="T1" fmla="*/ 124 h 124"/>
                <a:gd name="T2" fmla="*/ 80 w 80"/>
                <a:gd name="T3" fmla="*/ 105 h 124"/>
                <a:gd name="T4" fmla="*/ 19 w 80"/>
                <a:gd name="T5" fmla="*/ 105 h 124"/>
                <a:gd name="T6" fmla="*/ 19 w 80"/>
                <a:gd name="T7" fmla="*/ 0 h 124"/>
                <a:gd name="T8" fmla="*/ 0 w 80"/>
                <a:gd name="T9" fmla="*/ 0 h 124"/>
                <a:gd name="T10" fmla="*/ 0 w 80"/>
                <a:gd name="T11" fmla="*/ 124 h 124"/>
                <a:gd name="T12" fmla="*/ 80 w 80"/>
                <a:gd name="T13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124">
                  <a:moveTo>
                    <a:pt x="80" y="124"/>
                  </a:moveTo>
                  <a:lnTo>
                    <a:pt x="80" y="105"/>
                  </a:lnTo>
                  <a:lnTo>
                    <a:pt x="19" y="105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124"/>
                  </a:lnTo>
                  <a:lnTo>
                    <a:pt x="80" y="124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5" name="Freeform 279"/>
            <p:cNvSpPr>
              <a:spLocks noEditPoints="1"/>
            </p:cNvSpPr>
            <p:nvPr/>
          </p:nvSpPr>
          <p:spPr bwMode="auto">
            <a:xfrm>
              <a:off x="3487" y="832"/>
              <a:ext cx="24" cy="129"/>
            </a:xfrm>
            <a:custGeom>
              <a:avLst/>
              <a:gdLst>
                <a:gd name="T0" fmla="*/ 10 w 10"/>
                <a:gd name="T1" fmla="*/ 5 h 54"/>
                <a:gd name="T2" fmla="*/ 5 w 10"/>
                <a:gd name="T3" fmla="*/ 0 h 54"/>
                <a:gd name="T4" fmla="*/ 0 w 10"/>
                <a:gd name="T5" fmla="*/ 5 h 54"/>
                <a:gd name="T6" fmla="*/ 5 w 10"/>
                <a:gd name="T7" fmla="*/ 10 h 54"/>
                <a:gd name="T8" fmla="*/ 10 w 10"/>
                <a:gd name="T9" fmla="*/ 5 h 54"/>
                <a:gd name="T10" fmla="*/ 9 w 10"/>
                <a:gd name="T11" fmla="*/ 54 h 54"/>
                <a:gd name="T12" fmla="*/ 9 w 10"/>
                <a:gd name="T13" fmla="*/ 15 h 54"/>
                <a:gd name="T14" fmla="*/ 1 w 10"/>
                <a:gd name="T15" fmla="*/ 15 h 54"/>
                <a:gd name="T16" fmla="*/ 1 w 10"/>
                <a:gd name="T17" fmla="*/ 54 h 54"/>
                <a:gd name="T18" fmla="*/ 9 w 10"/>
                <a:gd name="T1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4">
                  <a:moveTo>
                    <a:pt x="10" y="5"/>
                  </a:moveTo>
                  <a:cubicBezTo>
                    <a:pt x="10" y="2"/>
                    <a:pt x="8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3" y="10"/>
                    <a:pt x="5" y="10"/>
                  </a:cubicBezTo>
                  <a:cubicBezTo>
                    <a:pt x="8" y="10"/>
                    <a:pt x="10" y="8"/>
                    <a:pt x="10" y="5"/>
                  </a:cubicBezTo>
                  <a:close/>
                  <a:moveTo>
                    <a:pt x="9" y="5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54"/>
                    <a:pt x="1" y="54"/>
                    <a:pt x="1" y="54"/>
                  </a:cubicBezTo>
                  <a:lnTo>
                    <a:pt x="9" y="54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6" name="Freeform 280"/>
            <p:cNvSpPr>
              <a:spLocks noEditPoints="1"/>
            </p:cNvSpPr>
            <p:nvPr/>
          </p:nvSpPr>
          <p:spPr bwMode="auto">
            <a:xfrm>
              <a:off x="3537" y="866"/>
              <a:ext cx="78" cy="129"/>
            </a:xfrm>
            <a:custGeom>
              <a:avLst/>
              <a:gdLst>
                <a:gd name="T0" fmla="*/ 33 w 33"/>
                <a:gd name="T1" fmla="*/ 21 h 54"/>
                <a:gd name="T2" fmla="*/ 18 w 33"/>
                <a:gd name="T3" fmla="*/ 0 h 54"/>
                <a:gd name="T4" fmla="*/ 7 w 33"/>
                <a:gd name="T5" fmla="*/ 5 h 54"/>
                <a:gd name="T6" fmla="*/ 7 w 33"/>
                <a:gd name="T7" fmla="*/ 1 h 54"/>
                <a:gd name="T8" fmla="*/ 0 w 33"/>
                <a:gd name="T9" fmla="*/ 1 h 54"/>
                <a:gd name="T10" fmla="*/ 0 w 33"/>
                <a:gd name="T11" fmla="*/ 54 h 54"/>
                <a:gd name="T12" fmla="*/ 7 w 33"/>
                <a:gd name="T13" fmla="*/ 50 h 54"/>
                <a:gd name="T14" fmla="*/ 7 w 33"/>
                <a:gd name="T15" fmla="*/ 36 h 54"/>
                <a:gd name="T16" fmla="*/ 17 w 33"/>
                <a:gd name="T17" fmla="*/ 41 h 54"/>
                <a:gd name="T18" fmla="*/ 33 w 33"/>
                <a:gd name="T19" fmla="*/ 21 h 54"/>
                <a:gd name="T20" fmla="*/ 25 w 33"/>
                <a:gd name="T21" fmla="*/ 21 h 54"/>
                <a:gd name="T22" fmla="*/ 17 w 33"/>
                <a:gd name="T23" fmla="*/ 34 h 54"/>
                <a:gd name="T24" fmla="*/ 7 w 33"/>
                <a:gd name="T25" fmla="*/ 29 h 54"/>
                <a:gd name="T26" fmla="*/ 7 w 33"/>
                <a:gd name="T27" fmla="*/ 12 h 54"/>
                <a:gd name="T28" fmla="*/ 16 w 33"/>
                <a:gd name="T29" fmla="*/ 7 h 54"/>
                <a:gd name="T30" fmla="*/ 25 w 33"/>
                <a:gd name="T31" fmla="*/ 2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54">
                  <a:moveTo>
                    <a:pt x="33" y="21"/>
                  </a:moveTo>
                  <a:cubicBezTo>
                    <a:pt x="33" y="6"/>
                    <a:pt x="26" y="0"/>
                    <a:pt x="18" y="0"/>
                  </a:cubicBezTo>
                  <a:cubicBezTo>
                    <a:pt x="14" y="0"/>
                    <a:pt x="10" y="2"/>
                    <a:pt x="7" y="5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10" y="39"/>
                    <a:pt x="13" y="41"/>
                    <a:pt x="17" y="41"/>
                  </a:cubicBezTo>
                  <a:cubicBezTo>
                    <a:pt x="25" y="41"/>
                    <a:pt x="33" y="34"/>
                    <a:pt x="33" y="21"/>
                  </a:cubicBezTo>
                  <a:close/>
                  <a:moveTo>
                    <a:pt x="25" y="21"/>
                  </a:moveTo>
                  <a:cubicBezTo>
                    <a:pt x="25" y="30"/>
                    <a:pt x="22" y="34"/>
                    <a:pt x="17" y="34"/>
                  </a:cubicBezTo>
                  <a:cubicBezTo>
                    <a:pt x="13" y="34"/>
                    <a:pt x="9" y="31"/>
                    <a:pt x="7" y="29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9" y="10"/>
                    <a:pt x="13" y="7"/>
                    <a:pt x="16" y="7"/>
                  </a:cubicBezTo>
                  <a:cubicBezTo>
                    <a:pt x="22" y="7"/>
                    <a:pt x="25" y="11"/>
                    <a:pt x="25" y="21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7" name="Freeform 281"/>
            <p:cNvSpPr>
              <a:spLocks noEditPoints="1"/>
            </p:cNvSpPr>
            <p:nvPr/>
          </p:nvSpPr>
          <p:spPr bwMode="auto">
            <a:xfrm>
              <a:off x="3636" y="866"/>
              <a:ext cx="79" cy="129"/>
            </a:xfrm>
            <a:custGeom>
              <a:avLst/>
              <a:gdLst>
                <a:gd name="T0" fmla="*/ 33 w 33"/>
                <a:gd name="T1" fmla="*/ 21 h 54"/>
                <a:gd name="T2" fmla="*/ 18 w 33"/>
                <a:gd name="T3" fmla="*/ 0 h 54"/>
                <a:gd name="T4" fmla="*/ 8 w 33"/>
                <a:gd name="T5" fmla="*/ 5 h 54"/>
                <a:gd name="T6" fmla="*/ 8 w 33"/>
                <a:gd name="T7" fmla="*/ 1 h 54"/>
                <a:gd name="T8" fmla="*/ 0 w 33"/>
                <a:gd name="T9" fmla="*/ 1 h 54"/>
                <a:gd name="T10" fmla="*/ 0 w 33"/>
                <a:gd name="T11" fmla="*/ 54 h 54"/>
                <a:gd name="T12" fmla="*/ 8 w 33"/>
                <a:gd name="T13" fmla="*/ 50 h 54"/>
                <a:gd name="T14" fmla="*/ 8 w 33"/>
                <a:gd name="T15" fmla="*/ 36 h 54"/>
                <a:gd name="T16" fmla="*/ 18 w 33"/>
                <a:gd name="T17" fmla="*/ 41 h 54"/>
                <a:gd name="T18" fmla="*/ 33 w 33"/>
                <a:gd name="T19" fmla="*/ 21 h 54"/>
                <a:gd name="T20" fmla="*/ 25 w 33"/>
                <a:gd name="T21" fmla="*/ 21 h 54"/>
                <a:gd name="T22" fmla="*/ 17 w 33"/>
                <a:gd name="T23" fmla="*/ 34 h 54"/>
                <a:gd name="T24" fmla="*/ 8 w 33"/>
                <a:gd name="T25" fmla="*/ 29 h 54"/>
                <a:gd name="T26" fmla="*/ 8 w 33"/>
                <a:gd name="T27" fmla="*/ 12 h 54"/>
                <a:gd name="T28" fmla="*/ 17 w 33"/>
                <a:gd name="T29" fmla="*/ 7 h 54"/>
                <a:gd name="T30" fmla="*/ 25 w 33"/>
                <a:gd name="T31" fmla="*/ 2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54">
                  <a:moveTo>
                    <a:pt x="33" y="21"/>
                  </a:moveTo>
                  <a:cubicBezTo>
                    <a:pt x="33" y="6"/>
                    <a:pt x="27" y="0"/>
                    <a:pt x="18" y="0"/>
                  </a:cubicBezTo>
                  <a:cubicBezTo>
                    <a:pt x="14" y="0"/>
                    <a:pt x="11" y="2"/>
                    <a:pt x="8" y="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39"/>
                    <a:pt x="14" y="41"/>
                    <a:pt x="18" y="41"/>
                  </a:cubicBezTo>
                  <a:cubicBezTo>
                    <a:pt x="26" y="41"/>
                    <a:pt x="33" y="34"/>
                    <a:pt x="33" y="21"/>
                  </a:cubicBezTo>
                  <a:close/>
                  <a:moveTo>
                    <a:pt x="25" y="21"/>
                  </a:moveTo>
                  <a:cubicBezTo>
                    <a:pt x="25" y="30"/>
                    <a:pt x="23" y="34"/>
                    <a:pt x="17" y="34"/>
                  </a:cubicBezTo>
                  <a:cubicBezTo>
                    <a:pt x="13" y="34"/>
                    <a:pt x="10" y="31"/>
                    <a:pt x="8" y="29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0" y="10"/>
                    <a:pt x="13" y="7"/>
                    <a:pt x="17" y="7"/>
                  </a:cubicBezTo>
                  <a:cubicBezTo>
                    <a:pt x="22" y="7"/>
                    <a:pt x="25" y="11"/>
                    <a:pt x="25" y="21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8" name="Freeform 282"/>
            <p:cNvSpPr>
              <a:spLocks noEditPoints="1"/>
            </p:cNvSpPr>
            <p:nvPr/>
          </p:nvSpPr>
          <p:spPr bwMode="auto">
            <a:xfrm>
              <a:off x="3734" y="866"/>
              <a:ext cx="80" cy="98"/>
            </a:xfrm>
            <a:custGeom>
              <a:avLst/>
              <a:gdLst>
                <a:gd name="T0" fmla="*/ 34 w 34"/>
                <a:gd name="T1" fmla="*/ 20 h 41"/>
                <a:gd name="T2" fmla="*/ 17 w 34"/>
                <a:gd name="T3" fmla="*/ 0 h 41"/>
                <a:gd name="T4" fmla="*/ 0 w 34"/>
                <a:gd name="T5" fmla="*/ 20 h 41"/>
                <a:gd name="T6" fmla="*/ 17 w 34"/>
                <a:gd name="T7" fmla="*/ 41 h 41"/>
                <a:gd name="T8" fmla="*/ 30 w 34"/>
                <a:gd name="T9" fmla="*/ 36 h 41"/>
                <a:gd name="T10" fmla="*/ 26 w 34"/>
                <a:gd name="T11" fmla="*/ 31 h 41"/>
                <a:gd name="T12" fmla="*/ 17 w 34"/>
                <a:gd name="T13" fmla="*/ 34 h 41"/>
                <a:gd name="T14" fmla="*/ 7 w 34"/>
                <a:gd name="T15" fmla="*/ 23 h 41"/>
                <a:gd name="T16" fmla="*/ 33 w 34"/>
                <a:gd name="T17" fmla="*/ 23 h 41"/>
                <a:gd name="T18" fmla="*/ 34 w 34"/>
                <a:gd name="T19" fmla="*/ 20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20"/>
                  </a:moveTo>
                  <a:cubicBezTo>
                    <a:pt x="34" y="9"/>
                    <a:pt x="28" y="0"/>
                    <a:pt x="17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3"/>
                    <a:pt x="8" y="41"/>
                    <a:pt x="17" y="41"/>
                  </a:cubicBezTo>
                  <a:cubicBezTo>
                    <a:pt x="23" y="41"/>
                    <a:pt x="27" y="39"/>
                    <a:pt x="30" y="3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3" y="33"/>
                    <a:pt x="21" y="34"/>
                    <a:pt x="17" y="34"/>
                  </a:cubicBezTo>
                  <a:cubicBezTo>
                    <a:pt x="13" y="34"/>
                    <a:pt x="8" y="31"/>
                    <a:pt x="7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2"/>
                    <a:pt x="34" y="21"/>
                    <a:pt x="34" y="20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8" y="11"/>
                    <a:pt x="11" y="7"/>
                    <a:pt x="17" y="7"/>
                  </a:cubicBezTo>
                  <a:cubicBezTo>
                    <a:pt x="23" y="7"/>
                    <a:pt x="25" y="11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29" name="Freeform 283"/>
            <p:cNvSpPr>
              <a:spLocks/>
            </p:cNvSpPr>
            <p:nvPr/>
          </p:nvSpPr>
          <p:spPr bwMode="auto">
            <a:xfrm>
              <a:off x="2526" y="612"/>
              <a:ext cx="107" cy="125"/>
            </a:xfrm>
            <a:custGeom>
              <a:avLst/>
              <a:gdLst>
                <a:gd name="T0" fmla="*/ 45 w 45"/>
                <a:gd name="T1" fmla="*/ 0 h 52"/>
                <a:gd name="T2" fmla="*/ 36 w 45"/>
                <a:gd name="T3" fmla="*/ 0 h 52"/>
                <a:gd name="T4" fmla="*/ 25 w 45"/>
                <a:gd name="T5" fmla="*/ 33 h 52"/>
                <a:gd name="T6" fmla="*/ 23 w 45"/>
                <a:gd name="T7" fmla="*/ 43 h 52"/>
                <a:gd name="T8" fmla="*/ 20 w 45"/>
                <a:gd name="T9" fmla="*/ 33 h 52"/>
                <a:gd name="T10" fmla="*/ 9 w 45"/>
                <a:gd name="T11" fmla="*/ 0 h 52"/>
                <a:gd name="T12" fmla="*/ 0 w 45"/>
                <a:gd name="T13" fmla="*/ 0 h 52"/>
                <a:gd name="T14" fmla="*/ 18 w 45"/>
                <a:gd name="T15" fmla="*/ 52 h 52"/>
                <a:gd name="T16" fmla="*/ 27 w 45"/>
                <a:gd name="T17" fmla="*/ 52 h 52"/>
                <a:gd name="T18" fmla="*/ 45 w 45"/>
                <a:gd name="T1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" h="52">
                  <a:moveTo>
                    <a:pt x="45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6"/>
                    <a:pt x="23" y="41"/>
                    <a:pt x="23" y="43"/>
                  </a:cubicBezTo>
                  <a:cubicBezTo>
                    <a:pt x="22" y="41"/>
                    <a:pt x="21" y="37"/>
                    <a:pt x="20" y="3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27" y="52"/>
                    <a:pt x="27" y="52"/>
                    <a:pt x="27" y="52"/>
                  </a:cubicBezTo>
                  <a:lnTo>
                    <a:pt x="45" y="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0" name="Freeform 284"/>
            <p:cNvSpPr>
              <a:spLocks noEditPoints="1"/>
            </p:cNvSpPr>
            <p:nvPr/>
          </p:nvSpPr>
          <p:spPr bwMode="auto">
            <a:xfrm>
              <a:off x="2628" y="641"/>
              <a:ext cx="78" cy="98"/>
            </a:xfrm>
            <a:custGeom>
              <a:avLst/>
              <a:gdLst>
                <a:gd name="T0" fmla="*/ 33 w 33"/>
                <a:gd name="T1" fmla="*/ 20 h 41"/>
                <a:gd name="T2" fmla="*/ 17 w 33"/>
                <a:gd name="T3" fmla="*/ 0 h 41"/>
                <a:gd name="T4" fmla="*/ 0 w 33"/>
                <a:gd name="T5" fmla="*/ 21 h 41"/>
                <a:gd name="T6" fmla="*/ 16 w 33"/>
                <a:gd name="T7" fmla="*/ 41 h 41"/>
                <a:gd name="T8" fmla="*/ 30 w 33"/>
                <a:gd name="T9" fmla="*/ 36 h 41"/>
                <a:gd name="T10" fmla="*/ 25 w 33"/>
                <a:gd name="T11" fmla="*/ 31 h 41"/>
                <a:gd name="T12" fmla="*/ 17 w 33"/>
                <a:gd name="T13" fmla="*/ 34 h 41"/>
                <a:gd name="T14" fmla="*/ 7 w 33"/>
                <a:gd name="T15" fmla="*/ 24 h 41"/>
                <a:gd name="T16" fmla="*/ 33 w 33"/>
                <a:gd name="T17" fmla="*/ 24 h 41"/>
                <a:gd name="T18" fmla="*/ 33 w 33"/>
                <a:gd name="T19" fmla="*/ 20 h 41"/>
                <a:gd name="T20" fmla="*/ 25 w 33"/>
                <a:gd name="T21" fmla="*/ 17 h 41"/>
                <a:gd name="T22" fmla="*/ 7 w 33"/>
                <a:gd name="T23" fmla="*/ 17 h 41"/>
                <a:gd name="T24" fmla="*/ 16 w 33"/>
                <a:gd name="T25" fmla="*/ 7 h 41"/>
                <a:gd name="T26" fmla="*/ 25 w 33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" h="41">
                  <a:moveTo>
                    <a:pt x="33" y="20"/>
                  </a:moveTo>
                  <a:cubicBezTo>
                    <a:pt x="33" y="9"/>
                    <a:pt x="28" y="0"/>
                    <a:pt x="17" y="0"/>
                  </a:cubicBezTo>
                  <a:cubicBezTo>
                    <a:pt x="7" y="0"/>
                    <a:pt x="0" y="8"/>
                    <a:pt x="0" y="21"/>
                  </a:cubicBezTo>
                  <a:cubicBezTo>
                    <a:pt x="0" y="34"/>
                    <a:pt x="7" y="41"/>
                    <a:pt x="16" y="41"/>
                  </a:cubicBezTo>
                  <a:cubicBezTo>
                    <a:pt x="22" y="41"/>
                    <a:pt x="27" y="39"/>
                    <a:pt x="30" y="36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3" y="33"/>
                    <a:pt x="20" y="34"/>
                    <a:pt x="17" y="34"/>
                  </a:cubicBezTo>
                  <a:cubicBezTo>
                    <a:pt x="12" y="34"/>
                    <a:pt x="8" y="31"/>
                    <a:pt x="7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3"/>
                    <a:pt x="33" y="21"/>
                    <a:pt x="33" y="20"/>
                  </a:cubicBezTo>
                  <a:close/>
                  <a:moveTo>
                    <a:pt x="25" y="17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8" y="11"/>
                    <a:pt x="11" y="7"/>
                    <a:pt x="16" y="7"/>
                  </a:cubicBezTo>
                  <a:cubicBezTo>
                    <a:pt x="23" y="7"/>
                    <a:pt x="25" y="12"/>
                    <a:pt x="25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1" name="Freeform 285"/>
            <p:cNvSpPr>
              <a:spLocks/>
            </p:cNvSpPr>
            <p:nvPr/>
          </p:nvSpPr>
          <p:spPr bwMode="auto">
            <a:xfrm>
              <a:off x="2730" y="641"/>
              <a:ext cx="54" cy="96"/>
            </a:xfrm>
            <a:custGeom>
              <a:avLst/>
              <a:gdLst>
                <a:gd name="T0" fmla="*/ 23 w 23"/>
                <a:gd name="T1" fmla="*/ 2 h 40"/>
                <a:gd name="T2" fmla="*/ 16 w 23"/>
                <a:gd name="T3" fmla="*/ 0 h 40"/>
                <a:gd name="T4" fmla="*/ 7 w 23"/>
                <a:gd name="T5" fmla="*/ 5 h 40"/>
                <a:gd name="T6" fmla="*/ 7 w 23"/>
                <a:gd name="T7" fmla="*/ 1 h 40"/>
                <a:gd name="T8" fmla="*/ 0 w 23"/>
                <a:gd name="T9" fmla="*/ 1 h 40"/>
                <a:gd name="T10" fmla="*/ 0 w 23"/>
                <a:gd name="T11" fmla="*/ 40 h 40"/>
                <a:gd name="T12" fmla="*/ 7 w 23"/>
                <a:gd name="T13" fmla="*/ 40 h 40"/>
                <a:gd name="T14" fmla="*/ 7 w 23"/>
                <a:gd name="T15" fmla="*/ 18 h 40"/>
                <a:gd name="T16" fmla="*/ 15 w 23"/>
                <a:gd name="T17" fmla="*/ 8 h 40"/>
                <a:gd name="T18" fmla="*/ 21 w 23"/>
                <a:gd name="T19" fmla="*/ 9 h 40"/>
                <a:gd name="T20" fmla="*/ 23 w 23"/>
                <a:gd name="T21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40">
                  <a:moveTo>
                    <a:pt x="23" y="2"/>
                  </a:moveTo>
                  <a:cubicBezTo>
                    <a:pt x="21" y="1"/>
                    <a:pt x="19" y="0"/>
                    <a:pt x="16" y="0"/>
                  </a:cubicBezTo>
                  <a:cubicBezTo>
                    <a:pt x="12" y="0"/>
                    <a:pt x="9" y="2"/>
                    <a:pt x="7" y="5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1"/>
                    <a:pt x="10" y="8"/>
                    <a:pt x="15" y="8"/>
                  </a:cubicBezTo>
                  <a:cubicBezTo>
                    <a:pt x="18" y="8"/>
                    <a:pt x="19" y="8"/>
                    <a:pt x="21" y="9"/>
                  </a:cubicBezTo>
                  <a:lnTo>
                    <a:pt x="23" y="2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2" name="Freeform 286"/>
            <p:cNvSpPr>
              <a:spLocks noEditPoints="1"/>
            </p:cNvSpPr>
            <p:nvPr/>
          </p:nvSpPr>
          <p:spPr bwMode="auto">
            <a:xfrm>
              <a:off x="2794" y="641"/>
              <a:ext cx="80" cy="98"/>
            </a:xfrm>
            <a:custGeom>
              <a:avLst/>
              <a:gdLst>
                <a:gd name="T0" fmla="*/ 34 w 34"/>
                <a:gd name="T1" fmla="*/ 20 h 41"/>
                <a:gd name="T2" fmla="*/ 17 w 34"/>
                <a:gd name="T3" fmla="*/ 0 h 41"/>
                <a:gd name="T4" fmla="*/ 0 w 34"/>
                <a:gd name="T5" fmla="*/ 21 h 41"/>
                <a:gd name="T6" fmla="*/ 17 w 34"/>
                <a:gd name="T7" fmla="*/ 41 h 41"/>
                <a:gd name="T8" fmla="*/ 31 w 34"/>
                <a:gd name="T9" fmla="*/ 36 h 41"/>
                <a:gd name="T10" fmla="*/ 26 w 34"/>
                <a:gd name="T11" fmla="*/ 31 h 41"/>
                <a:gd name="T12" fmla="*/ 18 w 34"/>
                <a:gd name="T13" fmla="*/ 34 h 41"/>
                <a:gd name="T14" fmla="*/ 8 w 34"/>
                <a:gd name="T15" fmla="*/ 24 h 41"/>
                <a:gd name="T16" fmla="*/ 34 w 34"/>
                <a:gd name="T17" fmla="*/ 24 h 41"/>
                <a:gd name="T18" fmla="*/ 34 w 34"/>
                <a:gd name="T19" fmla="*/ 20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20"/>
                  </a:moveTo>
                  <a:cubicBezTo>
                    <a:pt x="34" y="9"/>
                    <a:pt x="28" y="0"/>
                    <a:pt x="17" y="0"/>
                  </a:cubicBezTo>
                  <a:cubicBezTo>
                    <a:pt x="7" y="0"/>
                    <a:pt x="0" y="8"/>
                    <a:pt x="0" y="21"/>
                  </a:cubicBezTo>
                  <a:cubicBezTo>
                    <a:pt x="0" y="34"/>
                    <a:pt x="8" y="41"/>
                    <a:pt x="17" y="41"/>
                  </a:cubicBezTo>
                  <a:cubicBezTo>
                    <a:pt x="23" y="41"/>
                    <a:pt x="27" y="39"/>
                    <a:pt x="31" y="3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3" y="33"/>
                    <a:pt x="21" y="34"/>
                    <a:pt x="18" y="34"/>
                  </a:cubicBezTo>
                  <a:cubicBezTo>
                    <a:pt x="13" y="34"/>
                    <a:pt x="8" y="31"/>
                    <a:pt x="8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3"/>
                    <a:pt x="34" y="21"/>
                    <a:pt x="34" y="20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8" y="11"/>
                    <a:pt x="12" y="7"/>
                    <a:pt x="17" y="7"/>
                  </a:cubicBezTo>
                  <a:cubicBezTo>
                    <a:pt x="23" y="7"/>
                    <a:pt x="26" y="12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3" name="Freeform 287"/>
            <p:cNvSpPr>
              <a:spLocks noEditPoints="1"/>
            </p:cNvSpPr>
            <p:nvPr/>
          </p:nvSpPr>
          <p:spPr bwMode="auto">
            <a:xfrm>
              <a:off x="2896" y="608"/>
              <a:ext cx="21" cy="129"/>
            </a:xfrm>
            <a:custGeom>
              <a:avLst/>
              <a:gdLst>
                <a:gd name="T0" fmla="*/ 9 w 9"/>
                <a:gd name="T1" fmla="*/ 5 h 54"/>
                <a:gd name="T2" fmla="*/ 5 w 9"/>
                <a:gd name="T3" fmla="*/ 0 h 54"/>
                <a:gd name="T4" fmla="*/ 0 w 9"/>
                <a:gd name="T5" fmla="*/ 5 h 54"/>
                <a:gd name="T6" fmla="*/ 5 w 9"/>
                <a:gd name="T7" fmla="*/ 10 h 54"/>
                <a:gd name="T8" fmla="*/ 9 w 9"/>
                <a:gd name="T9" fmla="*/ 5 h 54"/>
                <a:gd name="T10" fmla="*/ 8 w 9"/>
                <a:gd name="T11" fmla="*/ 54 h 54"/>
                <a:gd name="T12" fmla="*/ 8 w 9"/>
                <a:gd name="T13" fmla="*/ 15 h 54"/>
                <a:gd name="T14" fmla="*/ 1 w 9"/>
                <a:gd name="T15" fmla="*/ 15 h 54"/>
                <a:gd name="T16" fmla="*/ 1 w 9"/>
                <a:gd name="T17" fmla="*/ 54 h 54"/>
                <a:gd name="T18" fmla="*/ 8 w 9"/>
                <a:gd name="T1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54">
                  <a:moveTo>
                    <a:pt x="9" y="5"/>
                  </a:moveTo>
                  <a:cubicBezTo>
                    <a:pt x="9" y="3"/>
                    <a:pt x="7" y="0"/>
                    <a:pt x="5" y="0"/>
                  </a:cubicBezTo>
                  <a:cubicBezTo>
                    <a:pt x="2" y="0"/>
                    <a:pt x="0" y="3"/>
                    <a:pt x="0" y="5"/>
                  </a:cubicBezTo>
                  <a:cubicBezTo>
                    <a:pt x="0" y="8"/>
                    <a:pt x="2" y="10"/>
                    <a:pt x="5" y="10"/>
                  </a:cubicBezTo>
                  <a:cubicBezTo>
                    <a:pt x="7" y="10"/>
                    <a:pt x="9" y="8"/>
                    <a:pt x="9" y="5"/>
                  </a:cubicBezTo>
                  <a:close/>
                  <a:moveTo>
                    <a:pt x="8" y="54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54"/>
                    <a:pt x="1" y="54"/>
                    <a:pt x="1" y="54"/>
                  </a:cubicBezTo>
                  <a:lnTo>
                    <a:pt x="8" y="54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4" name="Freeform 288"/>
            <p:cNvSpPr>
              <a:spLocks/>
            </p:cNvSpPr>
            <p:nvPr/>
          </p:nvSpPr>
          <p:spPr bwMode="auto">
            <a:xfrm>
              <a:off x="2943" y="641"/>
              <a:ext cx="73" cy="96"/>
            </a:xfrm>
            <a:custGeom>
              <a:avLst/>
              <a:gdLst>
                <a:gd name="T0" fmla="*/ 31 w 31"/>
                <a:gd name="T1" fmla="*/ 40 h 40"/>
                <a:gd name="T2" fmla="*/ 31 w 31"/>
                <a:gd name="T3" fmla="*/ 18 h 40"/>
                <a:gd name="T4" fmla="*/ 18 w 31"/>
                <a:gd name="T5" fmla="*/ 0 h 40"/>
                <a:gd name="T6" fmla="*/ 8 w 31"/>
                <a:gd name="T7" fmla="*/ 5 h 40"/>
                <a:gd name="T8" fmla="*/ 8 w 31"/>
                <a:gd name="T9" fmla="*/ 1 h 40"/>
                <a:gd name="T10" fmla="*/ 0 w 31"/>
                <a:gd name="T11" fmla="*/ 1 h 40"/>
                <a:gd name="T12" fmla="*/ 0 w 31"/>
                <a:gd name="T13" fmla="*/ 40 h 40"/>
                <a:gd name="T14" fmla="*/ 8 w 31"/>
                <a:gd name="T15" fmla="*/ 40 h 40"/>
                <a:gd name="T16" fmla="*/ 8 w 31"/>
                <a:gd name="T17" fmla="*/ 18 h 40"/>
                <a:gd name="T18" fmla="*/ 16 w 31"/>
                <a:gd name="T19" fmla="*/ 8 h 40"/>
                <a:gd name="T20" fmla="*/ 24 w 31"/>
                <a:gd name="T21" fmla="*/ 18 h 40"/>
                <a:gd name="T22" fmla="*/ 24 w 31"/>
                <a:gd name="T23" fmla="*/ 40 h 40"/>
                <a:gd name="T24" fmla="*/ 31 w 31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40">
                  <a:moveTo>
                    <a:pt x="31" y="40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6"/>
                    <a:pt x="27" y="0"/>
                    <a:pt x="18" y="0"/>
                  </a:cubicBezTo>
                  <a:cubicBezTo>
                    <a:pt x="14" y="0"/>
                    <a:pt x="10" y="2"/>
                    <a:pt x="8" y="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1"/>
                    <a:pt x="11" y="8"/>
                    <a:pt x="16" y="8"/>
                  </a:cubicBezTo>
                  <a:cubicBezTo>
                    <a:pt x="21" y="8"/>
                    <a:pt x="24" y="10"/>
                    <a:pt x="24" y="18"/>
                  </a:cubicBezTo>
                  <a:cubicBezTo>
                    <a:pt x="24" y="40"/>
                    <a:pt x="24" y="40"/>
                    <a:pt x="24" y="40"/>
                  </a:cubicBezTo>
                  <a:lnTo>
                    <a:pt x="31" y="4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5" name="Freeform 289"/>
            <p:cNvSpPr>
              <a:spLocks noEditPoints="1"/>
            </p:cNvSpPr>
            <p:nvPr/>
          </p:nvSpPr>
          <p:spPr bwMode="auto">
            <a:xfrm>
              <a:off x="3042" y="608"/>
              <a:ext cx="24" cy="129"/>
            </a:xfrm>
            <a:custGeom>
              <a:avLst/>
              <a:gdLst>
                <a:gd name="T0" fmla="*/ 10 w 10"/>
                <a:gd name="T1" fmla="*/ 5 h 54"/>
                <a:gd name="T2" fmla="*/ 5 w 10"/>
                <a:gd name="T3" fmla="*/ 0 h 54"/>
                <a:gd name="T4" fmla="*/ 0 w 10"/>
                <a:gd name="T5" fmla="*/ 5 h 54"/>
                <a:gd name="T6" fmla="*/ 5 w 10"/>
                <a:gd name="T7" fmla="*/ 10 h 54"/>
                <a:gd name="T8" fmla="*/ 10 w 10"/>
                <a:gd name="T9" fmla="*/ 5 h 54"/>
                <a:gd name="T10" fmla="*/ 9 w 10"/>
                <a:gd name="T11" fmla="*/ 54 h 54"/>
                <a:gd name="T12" fmla="*/ 9 w 10"/>
                <a:gd name="T13" fmla="*/ 15 h 54"/>
                <a:gd name="T14" fmla="*/ 1 w 10"/>
                <a:gd name="T15" fmla="*/ 15 h 54"/>
                <a:gd name="T16" fmla="*/ 1 w 10"/>
                <a:gd name="T17" fmla="*/ 54 h 54"/>
                <a:gd name="T18" fmla="*/ 9 w 10"/>
                <a:gd name="T1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4">
                  <a:moveTo>
                    <a:pt x="10" y="5"/>
                  </a:moveTo>
                  <a:cubicBezTo>
                    <a:pt x="10" y="3"/>
                    <a:pt x="7" y="0"/>
                    <a:pt x="5" y="0"/>
                  </a:cubicBezTo>
                  <a:cubicBezTo>
                    <a:pt x="2" y="0"/>
                    <a:pt x="0" y="3"/>
                    <a:pt x="0" y="5"/>
                  </a:cubicBezTo>
                  <a:cubicBezTo>
                    <a:pt x="0" y="8"/>
                    <a:pt x="2" y="10"/>
                    <a:pt x="5" y="10"/>
                  </a:cubicBezTo>
                  <a:cubicBezTo>
                    <a:pt x="7" y="10"/>
                    <a:pt x="10" y="8"/>
                    <a:pt x="10" y="5"/>
                  </a:cubicBezTo>
                  <a:close/>
                  <a:moveTo>
                    <a:pt x="9" y="5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54"/>
                    <a:pt x="1" y="54"/>
                    <a:pt x="1" y="54"/>
                  </a:cubicBezTo>
                  <a:lnTo>
                    <a:pt x="9" y="54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6" name="Freeform 290"/>
            <p:cNvSpPr>
              <a:spLocks noEditPoints="1"/>
            </p:cNvSpPr>
            <p:nvPr/>
          </p:nvSpPr>
          <p:spPr bwMode="auto">
            <a:xfrm>
              <a:off x="3087" y="641"/>
              <a:ext cx="76" cy="131"/>
            </a:xfrm>
            <a:custGeom>
              <a:avLst/>
              <a:gdLst>
                <a:gd name="T0" fmla="*/ 32 w 32"/>
                <a:gd name="T1" fmla="*/ 37 h 55"/>
                <a:gd name="T2" fmla="*/ 32 w 32"/>
                <a:gd name="T3" fmla="*/ 1 h 55"/>
                <a:gd name="T4" fmla="*/ 25 w 32"/>
                <a:gd name="T5" fmla="*/ 1 h 55"/>
                <a:gd name="T6" fmla="*/ 25 w 32"/>
                <a:gd name="T7" fmla="*/ 5 h 55"/>
                <a:gd name="T8" fmla="*/ 15 w 32"/>
                <a:gd name="T9" fmla="*/ 0 h 55"/>
                <a:gd name="T10" fmla="*/ 0 w 32"/>
                <a:gd name="T11" fmla="*/ 20 h 55"/>
                <a:gd name="T12" fmla="*/ 15 w 32"/>
                <a:gd name="T13" fmla="*/ 41 h 55"/>
                <a:gd name="T14" fmla="*/ 25 w 32"/>
                <a:gd name="T15" fmla="*/ 37 h 55"/>
                <a:gd name="T16" fmla="*/ 25 w 32"/>
                <a:gd name="T17" fmla="*/ 37 h 55"/>
                <a:gd name="T18" fmla="*/ 11 w 32"/>
                <a:gd name="T19" fmla="*/ 49 h 55"/>
                <a:gd name="T20" fmla="*/ 14 w 32"/>
                <a:gd name="T21" fmla="*/ 55 h 55"/>
                <a:gd name="T22" fmla="*/ 32 w 32"/>
                <a:gd name="T23" fmla="*/ 37 h 55"/>
                <a:gd name="T24" fmla="*/ 25 w 32"/>
                <a:gd name="T25" fmla="*/ 29 h 55"/>
                <a:gd name="T26" fmla="*/ 16 w 32"/>
                <a:gd name="T27" fmla="*/ 34 h 55"/>
                <a:gd name="T28" fmla="*/ 7 w 32"/>
                <a:gd name="T29" fmla="*/ 20 h 55"/>
                <a:gd name="T30" fmla="*/ 16 w 32"/>
                <a:gd name="T31" fmla="*/ 8 h 55"/>
                <a:gd name="T32" fmla="*/ 25 w 32"/>
                <a:gd name="T33" fmla="*/ 13 h 55"/>
                <a:gd name="T34" fmla="*/ 25 w 32"/>
                <a:gd name="T35" fmla="*/ 2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55">
                  <a:moveTo>
                    <a:pt x="32" y="37"/>
                  </a:moveTo>
                  <a:cubicBezTo>
                    <a:pt x="32" y="1"/>
                    <a:pt x="32" y="1"/>
                    <a:pt x="32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3" y="3"/>
                    <a:pt x="19" y="0"/>
                    <a:pt x="15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5"/>
                    <a:pt x="6" y="41"/>
                    <a:pt x="15" y="41"/>
                  </a:cubicBezTo>
                  <a:cubicBezTo>
                    <a:pt x="19" y="41"/>
                    <a:pt x="22" y="39"/>
                    <a:pt x="25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45"/>
                    <a:pt x="22" y="48"/>
                    <a:pt x="11" y="49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28" y="54"/>
                    <a:pt x="32" y="49"/>
                    <a:pt x="32" y="37"/>
                  </a:cubicBezTo>
                  <a:close/>
                  <a:moveTo>
                    <a:pt x="25" y="29"/>
                  </a:moveTo>
                  <a:cubicBezTo>
                    <a:pt x="23" y="32"/>
                    <a:pt x="20" y="34"/>
                    <a:pt x="16" y="34"/>
                  </a:cubicBezTo>
                  <a:cubicBezTo>
                    <a:pt x="10" y="34"/>
                    <a:pt x="7" y="30"/>
                    <a:pt x="7" y="20"/>
                  </a:cubicBezTo>
                  <a:cubicBezTo>
                    <a:pt x="7" y="12"/>
                    <a:pt x="10" y="8"/>
                    <a:pt x="16" y="8"/>
                  </a:cubicBezTo>
                  <a:cubicBezTo>
                    <a:pt x="20" y="8"/>
                    <a:pt x="23" y="10"/>
                    <a:pt x="25" y="13"/>
                  </a:cubicBezTo>
                  <a:lnTo>
                    <a:pt x="25" y="2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7" name="Freeform 291"/>
            <p:cNvSpPr>
              <a:spLocks/>
            </p:cNvSpPr>
            <p:nvPr/>
          </p:nvSpPr>
          <p:spPr bwMode="auto">
            <a:xfrm>
              <a:off x="3189" y="643"/>
              <a:ext cx="76" cy="96"/>
            </a:xfrm>
            <a:custGeom>
              <a:avLst/>
              <a:gdLst>
                <a:gd name="T0" fmla="*/ 32 w 32"/>
                <a:gd name="T1" fmla="*/ 39 h 40"/>
                <a:gd name="T2" fmla="*/ 32 w 32"/>
                <a:gd name="T3" fmla="*/ 0 h 40"/>
                <a:gd name="T4" fmla="*/ 24 w 32"/>
                <a:gd name="T5" fmla="*/ 0 h 40"/>
                <a:gd name="T6" fmla="*/ 24 w 32"/>
                <a:gd name="T7" fmla="*/ 23 h 40"/>
                <a:gd name="T8" fmla="*/ 16 w 32"/>
                <a:gd name="T9" fmla="*/ 33 h 40"/>
                <a:gd name="T10" fmla="*/ 8 w 32"/>
                <a:gd name="T11" fmla="*/ 22 h 40"/>
                <a:gd name="T12" fmla="*/ 8 w 32"/>
                <a:gd name="T13" fmla="*/ 0 h 40"/>
                <a:gd name="T14" fmla="*/ 0 w 32"/>
                <a:gd name="T15" fmla="*/ 0 h 40"/>
                <a:gd name="T16" fmla="*/ 0 w 32"/>
                <a:gd name="T17" fmla="*/ 23 h 40"/>
                <a:gd name="T18" fmla="*/ 14 w 32"/>
                <a:gd name="T19" fmla="*/ 40 h 40"/>
                <a:gd name="T20" fmla="*/ 24 w 32"/>
                <a:gd name="T21" fmla="*/ 36 h 40"/>
                <a:gd name="T22" fmla="*/ 24 w 32"/>
                <a:gd name="T23" fmla="*/ 39 h 40"/>
                <a:gd name="T24" fmla="*/ 32 w 32"/>
                <a:gd name="T25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32" y="39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9"/>
                    <a:pt x="21" y="33"/>
                    <a:pt x="16" y="33"/>
                  </a:cubicBezTo>
                  <a:cubicBezTo>
                    <a:pt x="11" y="33"/>
                    <a:pt x="8" y="30"/>
                    <a:pt x="8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34"/>
                    <a:pt x="5" y="40"/>
                    <a:pt x="14" y="40"/>
                  </a:cubicBezTo>
                  <a:cubicBezTo>
                    <a:pt x="18" y="40"/>
                    <a:pt x="22" y="38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lnTo>
                    <a:pt x="32" y="3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8" name="Freeform 292"/>
            <p:cNvSpPr>
              <a:spLocks/>
            </p:cNvSpPr>
            <p:nvPr/>
          </p:nvSpPr>
          <p:spPr bwMode="auto">
            <a:xfrm>
              <a:off x="3291" y="641"/>
              <a:ext cx="76" cy="96"/>
            </a:xfrm>
            <a:custGeom>
              <a:avLst/>
              <a:gdLst>
                <a:gd name="T0" fmla="*/ 32 w 32"/>
                <a:gd name="T1" fmla="*/ 40 h 40"/>
                <a:gd name="T2" fmla="*/ 32 w 32"/>
                <a:gd name="T3" fmla="*/ 18 h 40"/>
                <a:gd name="T4" fmla="*/ 18 w 32"/>
                <a:gd name="T5" fmla="*/ 0 h 40"/>
                <a:gd name="T6" fmla="*/ 8 w 32"/>
                <a:gd name="T7" fmla="*/ 5 h 40"/>
                <a:gd name="T8" fmla="*/ 8 w 32"/>
                <a:gd name="T9" fmla="*/ 1 h 40"/>
                <a:gd name="T10" fmla="*/ 0 w 32"/>
                <a:gd name="T11" fmla="*/ 1 h 40"/>
                <a:gd name="T12" fmla="*/ 0 w 32"/>
                <a:gd name="T13" fmla="*/ 40 h 40"/>
                <a:gd name="T14" fmla="*/ 8 w 32"/>
                <a:gd name="T15" fmla="*/ 40 h 40"/>
                <a:gd name="T16" fmla="*/ 8 w 32"/>
                <a:gd name="T17" fmla="*/ 18 h 40"/>
                <a:gd name="T18" fmla="*/ 16 w 32"/>
                <a:gd name="T19" fmla="*/ 8 h 40"/>
                <a:gd name="T20" fmla="*/ 24 w 32"/>
                <a:gd name="T21" fmla="*/ 18 h 40"/>
                <a:gd name="T22" fmla="*/ 24 w 32"/>
                <a:gd name="T23" fmla="*/ 40 h 40"/>
                <a:gd name="T24" fmla="*/ 32 w 32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40">
                  <a:moveTo>
                    <a:pt x="32" y="40"/>
                  </a:moveTo>
                  <a:cubicBezTo>
                    <a:pt x="32" y="18"/>
                    <a:pt x="32" y="18"/>
                    <a:pt x="32" y="18"/>
                  </a:cubicBezTo>
                  <a:cubicBezTo>
                    <a:pt x="32" y="6"/>
                    <a:pt x="27" y="0"/>
                    <a:pt x="18" y="0"/>
                  </a:cubicBezTo>
                  <a:cubicBezTo>
                    <a:pt x="14" y="0"/>
                    <a:pt x="10" y="2"/>
                    <a:pt x="8" y="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1"/>
                    <a:pt x="11" y="8"/>
                    <a:pt x="16" y="8"/>
                  </a:cubicBezTo>
                  <a:cubicBezTo>
                    <a:pt x="21" y="8"/>
                    <a:pt x="24" y="10"/>
                    <a:pt x="24" y="18"/>
                  </a:cubicBezTo>
                  <a:cubicBezTo>
                    <a:pt x="24" y="40"/>
                    <a:pt x="24" y="40"/>
                    <a:pt x="24" y="40"/>
                  </a:cubicBezTo>
                  <a:lnTo>
                    <a:pt x="32" y="4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39" name="Freeform 293"/>
            <p:cNvSpPr>
              <a:spLocks noEditPoints="1"/>
            </p:cNvSpPr>
            <p:nvPr/>
          </p:nvSpPr>
          <p:spPr bwMode="auto">
            <a:xfrm>
              <a:off x="3388" y="641"/>
              <a:ext cx="78" cy="131"/>
            </a:xfrm>
            <a:custGeom>
              <a:avLst/>
              <a:gdLst>
                <a:gd name="T0" fmla="*/ 33 w 33"/>
                <a:gd name="T1" fmla="*/ 37 h 55"/>
                <a:gd name="T2" fmla="*/ 33 w 33"/>
                <a:gd name="T3" fmla="*/ 1 h 55"/>
                <a:gd name="T4" fmla="*/ 25 w 33"/>
                <a:gd name="T5" fmla="*/ 1 h 55"/>
                <a:gd name="T6" fmla="*/ 25 w 33"/>
                <a:gd name="T7" fmla="*/ 5 h 55"/>
                <a:gd name="T8" fmla="*/ 15 w 33"/>
                <a:gd name="T9" fmla="*/ 0 h 55"/>
                <a:gd name="T10" fmla="*/ 0 w 33"/>
                <a:gd name="T11" fmla="*/ 20 h 55"/>
                <a:gd name="T12" fmla="*/ 15 w 33"/>
                <a:gd name="T13" fmla="*/ 41 h 55"/>
                <a:gd name="T14" fmla="*/ 25 w 33"/>
                <a:gd name="T15" fmla="*/ 37 h 55"/>
                <a:gd name="T16" fmla="*/ 25 w 33"/>
                <a:gd name="T17" fmla="*/ 37 h 55"/>
                <a:gd name="T18" fmla="*/ 12 w 33"/>
                <a:gd name="T19" fmla="*/ 49 h 55"/>
                <a:gd name="T20" fmla="*/ 14 w 33"/>
                <a:gd name="T21" fmla="*/ 55 h 55"/>
                <a:gd name="T22" fmla="*/ 33 w 33"/>
                <a:gd name="T23" fmla="*/ 37 h 55"/>
                <a:gd name="T24" fmla="*/ 25 w 33"/>
                <a:gd name="T25" fmla="*/ 29 h 55"/>
                <a:gd name="T26" fmla="*/ 16 w 33"/>
                <a:gd name="T27" fmla="*/ 34 h 55"/>
                <a:gd name="T28" fmla="*/ 8 w 33"/>
                <a:gd name="T29" fmla="*/ 20 h 55"/>
                <a:gd name="T30" fmla="*/ 16 w 33"/>
                <a:gd name="T31" fmla="*/ 8 h 55"/>
                <a:gd name="T32" fmla="*/ 25 w 33"/>
                <a:gd name="T33" fmla="*/ 13 h 55"/>
                <a:gd name="T34" fmla="*/ 25 w 33"/>
                <a:gd name="T35" fmla="*/ 2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55">
                  <a:moveTo>
                    <a:pt x="33" y="37"/>
                  </a:moveTo>
                  <a:cubicBezTo>
                    <a:pt x="33" y="1"/>
                    <a:pt x="33" y="1"/>
                    <a:pt x="33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3" y="3"/>
                    <a:pt x="19" y="0"/>
                    <a:pt x="15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5"/>
                    <a:pt x="7" y="41"/>
                    <a:pt x="15" y="41"/>
                  </a:cubicBezTo>
                  <a:cubicBezTo>
                    <a:pt x="19" y="41"/>
                    <a:pt x="22" y="39"/>
                    <a:pt x="25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45"/>
                    <a:pt x="23" y="48"/>
                    <a:pt x="12" y="49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29" y="54"/>
                    <a:pt x="33" y="49"/>
                    <a:pt x="33" y="37"/>
                  </a:cubicBezTo>
                  <a:close/>
                  <a:moveTo>
                    <a:pt x="25" y="29"/>
                  </a:moveTo>
                  <a:cubicBezTo>
                    <a:pt x="23" y="32"/>
                    <a:pt x="20" y="34"/>
                    <a:pt x="16" y="34"/>
                  </a:cubicBezTo>
                  <a:cubicBezTo>
                    <a:pt x="11" y="34"/>
                    <a:pt x="8" y="30"/>
                    <a:pt x="8" y="20"/>
                  </a:cubicBezTo>
                  <a:cubicBezTo>
                    <a:pt x="8" y="12"/>
                    <a:pt x="11" y="8"/>
                    <a:pt x="16" y="8"/>
                  </a:cubicBezTo>
                  <a:cubicBezTo>
                    <a:pt x="20" y="8"/>
                    <a:pt x="24" y="10"/>
                    <a:pt x="25" y="13"/>
                  </a:cubicBezTo>
                  <a:lnTo>
                    <a:pt x="25" y="2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0" name="Freeform 294"/>
            <p:cNvSpPr>
              <a:spLocks/>
            </p:cNvSpPr>
            <p:nvPr/>
          </p:nvSpPr>
          <p:spPr bwMode="auto">
            <a:xfrm>
              <a:off x="2536" y="390"/>
              <a:ext cx="97" cy="124"/>
            </a:xfrm>
            <a:custGeom>
              <a:avLst/>
              <a:gdLst>
                <a:gd name="T0" fmla="*/ 41 w 41"/>
                <a:gd name="T1" fmla="*/ 52 h 52"/>
                <a:gd name="T2" fmla="*/ 22 w 41"/>
                <a:gd name="T3" fmla="*/ 19 h 52"/>
                <a:gd name="T4" fmla="*/ 37 w 41"/>
                <a:gd name="T5" fmla="*/ 0 h 52"/>
                <a:gd name="T6" fmla="*/ 28 w 41"/>
                <a:gd name="T7" fmla="*/ 0 h 52"/>
                <a:gd name="T8" fmla="*/ 13 w 41"/>
                <a:gd name="T9" fmla="*/ 19 h 52"/>
                <a:gd name="T10" fmla="*/ 7 w 41"/>
                <a:gd name="T11" fmla="*/ 27 h 52"/>
                <a:gd name="T12" fmla="*/ 7 w 41"/>
                <a:gd name="T13" fmla="*/ 18 h 52"/>
                <a:gd name="T14" fmla="*/ 7 w 41"/>
                <a:gd name="T15" fmla="*/ 0 h 52"/>
                <a:gd name="T16" fmla="*/ 0 w 41"/>
                <a:gd name="T17" fmla="*/ 0 h 52"/>
                <a:gd name="T18" fmla="*/ 0 w 41"/>
                <a:gd name="T19" fmla="*/ 52 h 52"/>
                <a:gd name="T20" fmla="*/ 7 w 41"/>
                <a:gd name="T21" fmla="*/ 52 h 52"/>
                <a:gd name="T22" fmla="*/ 7 w 41"/>
                <a:gd name="T23" fmla="*/ 37 h 52"/>
                <a:gd name="T24" fmla="*/ 17 w 41"/>
                <a:gd name="T25" fmla="*/ 25 h 52"/>
                <a:gd name="T26" fmla="*/ 32 w 41"/>
                <a:gd name="T27" fmla="*/ 52 h 52"/>
                <a:gd name="T28" fmla="*/ 41 w 41"/>
                <a:gd name="T2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2">
                  <a:moveTo>
                    <a:pt x="41" y="52"/>
                  </a:moveTo>
                  <a:cubicBezTo>
                    <a:pt x="22" y="19"/>
                    <a:pt x="22" y="19"/>
                    <a:pt x="22" y="1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1" y="21"/>
                    <a:pt x="8" y="25"/>
                    <a:pt x="7" y="27"/>
                  </a:cubicBezTo>
                  <a:cubicBezTo>
                    <a:pt x="7" y="25"/>
                    <a:pt x="7" y="19"/>
                    <a:pt x="7" y="18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32" y="52"/>
                    <a:pt x="32" y="52"/>
                    <a:pt x="32" y="52"/>
                  </a:cubicBezTo>
                  <a:lnTo>
                    <a:pt x="41" y="52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1" name="Freeform 295"/>
            <p:cNvSpPr>
              <a:spLocks noEditPoints="1"/>
            </p:cNvSpPr>
            <p:nvPr/>
          </p:nvSpPr>
          <p:spPr bwMode="auto">
            <a:xfrm>
              <a:off x="2642" y="419"/>
              <a:ext cx="74" cy="98"/>
            </a:xfrm>
            <a:custGeom>
              <a:avLst/>
              <a:gdLst>
                <a:gd name="T0" fmla="*/ 31 w 31"/>
                <a:gd name="T1" fmla="*/ 40 h 41"/>
                <a:gd name="T2" fmla="*/ 31 w 31"/>
                <a:gd name="T3" fmla="*/ 13 h 41"/>
                <a:gd name="T4" fmla="*/ 17 w 31"/>
                <a:gd name="T5" fmla="*/ 0 h 41"/>
                <a:gd name="T6" fmla="*/ 3 w 31"/>
                <a:gd name="T7" fmla="*/ 3 h 41"/>
                <a:gd name="T8" fmla="*/ 6 w 31"/>
                <a:gd name="T9" fmla="*/ 9 h 41"/>
                <a:gd name="T10" fmla="*/ 17 w 31"/>
                <a:gd name="T11" fmla="*/ 7 h 41"/>
                <a:gd name="T12" fmla="*/ 24 w 31"/>
                <a:gd name="T13" fmla="*/ 13 h 41"/>
                <a:gd name="T14" fmla="*/ 24 w 31"/>
                <a:gd name="T15" fmla="*/ 16 h 41"/>
                <a:gd name="T16" fmla="*/ 15 w 31"/>
                <a:gd name="T17" fmla="*/ 15 h 41"/>
                <a:gd name="T18" fmla="*/ 0 w 31"/>
                <a:gd name="T19" fmla="*/ 27 h 41"/>
                <a:gd name="T20" fmla="*/ 13 w 31"/>
                <a:gd name="T21" fmla="*/ 41 h 41"/>
                <a:gd name="T22" fmla="*/ 24 w 31"/>
                <a:gd name="T23" fmla="*/ 36 h 41"/>
                <a:gd name="T24" fmla="*/ 24 w 31"/>
                <a:gd name="T25" fmla="*/ 40 h 41"/>
                <a:gd name="T26" fmla="*/ 31 w 31"/>
                <a:gd name="T27" fmla="*/ 40 h 41"/>
                <a:gd name="T28" fmla="*/ 24 w 31"/>
                <a:gd name="T29" fmla="*/ 29 h 41"/>
                <a:gd name="T30" fmla="*/ 14 w 31"/>
                <a:gd name="T31" fmla="*/ 34 h 41"/>
                <a:gd name="T32" fmla="*/ 7 w 31"/>
                <a:gd name="T33" fmla="*/ 27 h 41"/>
                <a:gd name="T34" fmla="*/ 15 w 31"/>
                <a:gd name="T35" fmla="*/ 21 h 41"/>
                <a:gd name="T36" fmla="*/ 24 w 31"/>
                <a:gd name="T37" fmla="*/ 23 h 41"/>
                <a:gd name="T38" fmla="*/ 24 w 31"/>
                <a:gd name="T3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" h="41">
                  <a:moveTo>
                    <a:pt x="31" y="40"/>
                  </a:moveTo>
                  <a:cubicBezTo>
                    <a:pt x="31" y="13"/>
                    <a:pt x="31" y="13"/>
                    <a:pt x="31" y="13"/>
                  </a:cubicBezTo>
                  <a:cubicBezTo>
                    <a:pt x="31" y="4"/>
                    <a:pt x="26" y="0"/>
                    <a:pt x="17" y="0"/>
                  </a:cubicBezTo>
                  <a:cubicBezTo>
                    <a:pt x="11" y="0"/>
                    <a:pt x="7" y="1"/>
                    <a:pt x="3" y="3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9" y="7"/>
                    <a:pt x="13" y="7"/>
                    <a:pt x="17" y="7"/>
                  </a:cubicBezTo>
                  <a:cubicBezTo>
                    <a:pt x="21" y="7"/>
                    <a:pt x="24" y="9"/>
                    <a:pt x="24" y="13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15"/>
                    <a:pt x="19" y="15"/>
                    <a:pt x="15" y="15"/>
                  </a:cubicBezTo>
                  <a:cubicBezTo>
                    <a:pt x="6" y="15"/>
                    <a:pt x="0" y="19"/>
                    <a:pt x="0" y="27"/>
                  </a:cubicBezTo>
                  <a:cubicBezTo>
                    <a:pt x="0" y="37"/>
                    <a:pt x="7" y="41"/>
                    <a:pt x="13" y="41"/>
                  </a:cubicBezTo>
                  <a:cubicBezTo>
                    <a:pt x="17" y="41"/>
                    <a:pt x="21" y="39"/>
                    <a:pt x="24" y="36"/>
                  </a:cubicBezTo>
                  <a:cubicBezTo>
                    <a:pt x="24" y="40"/>
                    <a:pt x="24" y="40"/>
                    <a:pt x="24" y="40"/>
                  </a:cubicBezTo>
                  <a:lnTo>
                    <a:pt x="31" y="40"/>
                  </a:lnTo>
                  <a:close/>
                  <a:moveTo>
                    <a:pt x="24" y="29"/>
                  </a:moveTo>
                  <a:cubicBezTo>
                    <a:pt x="22" y="31"/>
                    <a:pt x="19" y="34"/>
                    <a:pt x="14" y="34"/>
                  </a:cubicBezTo>
                  <a:cubicBezTo>
                    <a:pt x="9" y="34"/>
                    <a:pt x="7" y="31"/>
                    <a:pt x="7" y="27"/>
                  </a:cubicBezTo>
                  <a:cubicBezTo>
                    <a:pt x="7" y="24"/>
                    <a:pt x="10" y="21"/>
                    <a:pt x="15" y="21"/>
                  </a:cubicBezTo>
                  <a:cubicBezTo>
                    <a:pt x="19" y="21"/>
                    <a:pt x="22" y="22"/>
                    <a:pt x="24" y="23"/>
                  </a:cubicBezTo>
                  <a:lnTo>
                    <a:pt x="24" y="2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2" name="Freeform 296"/>
            <p:cNvSpPr>
              <a:spLocks/>
            </p:cNvSpPr>
            <p:nvPr/>
          </p:nvSpPr>
          <p:spPr bwMode="auto">
            <a:xfrm>
              <a:off x="2737" y="419"/>
              <a:ext cx="71" cy="98"/>
            </a:xfrm>
            <a:custGeom>
              <a:avLst/>
              <a:gdLst>
                <a:gd name="T0" fmla="*/ 30 w 30"/>
                <a:gd name="T1" fmla="*/ 29 h 41"/>
                <a:gd name="T2" fmla="*/ 17 w 30"/>
                <a:gd name="T3" fmla="*/ 16 h 41"/>
                <a:gd name="T4" fmla="*/ 9 w 30"/>
                <a:gd name="T5" fmla="*/ 10 h 41"/>
                <a:gd name="T6" fmla="*/ 15 w 30"/>
                <a:gd name="T7" fmla="*/ 7 h 41"/>
                <a:gd name="T8" fmla="*/ 25 w 30"/>
                <a:gd name="T9" fmla="*/ 10 h 41"/>
                <a:gd name="T10" fmla="*/ 28 w 30"/>
                <a:gd name="T11" fmla="*/ 4 h 41"/>
                <a:gd name="T12" fmla="*/ 15 w 30"/>
                <a:gd name="T13" fmla="*/ 0 h 41"/>
                <a:gd name="T14" fmla="*/ 2 w 30"/>
                <a:gd name="T15" fmla="*/ 11 h 41"/>
                <a:gd name="T16" fmla="*/ 13 w 30"/>
                <a:gd name="T17" fmla="*/ 23 h 41"/>
                <a:gd name="T18" fmla="*/ 22 w 30"/>
                <a:gd name="T19" fmla="*/ 29 h 41"/>
                <a:gd name="T20" fmla="*/ 15 w 30"/>
                <a:gd name="T21" fmla="*/ 34 h 41"/>
                <a:gd name="T22" fmla="*/ 4 w 30"/>
                <a:gd name="T23" fmla="*/ 30 h 41"/>
                <a:gd name="T24" fmla="*/ 0 w 30"/>
                <a:gd name="T25" fmla="*/ 36 h 41"/>
                <a:gd name="T26" fmla="*/ 15 w 30"/>
                <a:gd name="T27" fmla="*/ 41 h 41"/>
                <a:gd name="T28" fmla="*/ 30 w 30"/>
                <a:gd name="T2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41">
                  <a:moveTo>
                    <a:pt x="30" y="29"/>
                  </a:moveTo>
                  <a:cubicBezTo>
                    <a:pt x="30" y="22"/>
                    <a:pt x="25" y="19"/>
                    <a:pt x="17" y="16"/>
                  </a:cubicBezTo>
                  <a:cubicBezTo>
                    <a:pt x="11" y="14"/>
                    <a:pt x="9" y="12"/>
                    <a:pt x="9" y="10"/>
                  </a:cubicBezTo>
                  <a:cubicBezTo>
                    <a:pt x="9" y="8"/>
                    <a:pt x="11" y="7"/>
                    <a:pt x="15" y="7"/>
                  </a:cubicBezTo>
                  <a:cubicBezTo>
                    <a:pt x="19" y="7"/>
                    <a:pt x="22" y="8"/>
                    <a:pt x="25" y="1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5" y="2"/>
                    <a:pt x="20" y="0"/>
                    <a:pt x="15" y="0"/>
                  </a:cubicBezTo>
                  <a:cubicBezTo>
                    <a:pt x="7" y="0"/>
                    <a:pt x="2" y="4"/>
                    <a:pt x="2" y="11"/>
                  </a:cubicBezTo>
                  <a:cubicBezTo>
                    <a:pt x="2" y="17"/>
                    <a:pt x="5" y="20"/>
                    <a:pt x="13" y="23"/>
                  </a:cubicBezTo>
                  <a:cubicBezTo>
                    <a:pt x="19" y="25"/>
                    <a:pt x="22" y="26"/>
                    <a:pt x="22" y="29"/>
                  </a:cubicBezTo>
                  <a:cubicBezTo>
                    <a:pt x="22" y="32"/>
                    <a:pt x="20" y="34"/>
                    <a:pt x="15" y="34"/>
                  </a:cubicBezTo>
                  <a:cubicBezTo>
                    <a:pt x="11" y="34"/>
                    <a:pt x="7" y="32"/>
                    <a:pt x="4" y="3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9"/>
                    <a:pt x="10" y="41"/>
                    <a:pt x="15" y="41"/>
                  </a:cubicBezTo>
                  <a:cubicBezTo>
                    <a:pt x="23" y="41"/>
                    <a:pt x="30" y="38"/>
                    <a:pt x="30" y="29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3" name="Freeform 297"/>
            <p:cNvSpPr>
              <a:spLocks/>
            </p:cNvSpPr>
            <p:nvPr/>
          </p:nvSpPr>
          <p:spPr bwMode="auto">
            <a:xfrm>
              <a:off x="2825" y="419"/>
              <a:ext cx="68" cy="98"/>
            </a:xfrm>
            <a:custGeom>
              <a:avLst/>
              <a:gdLst>
                <a:gd name="T0" fmla="*/ 29 w 29"/>
                <a:gd name="T1" fmla="*/ 29 h 41"/>
                <a:gd name="T2" fmla="*/ 16 w 29"/>
                <a:gd name="T3" fmla="*/ 16 h 41"/>
                <a:gd name="T4" fmla="*/ 9 w 29"/>
                <a:gd name="T5" fmla="*/ 10 h 41"/>
                <a:gd name="T6" fmla="*/ 14 w 29"/>
                <a:gd name="T7" fmla="*/ 7 h 41"/>
                <a:gd name="T8" fmla="*/ 24 w 29"/>
                <a:gd name="T9" fmla="*/ 10 h 41"/>
                <a:gd name="T10" fmla="*/ 28 w 29"/>
                <a:gd name="T11" fmla="*/ 4 h 41"/>
                <a:gd name="T12" fmla="*/ 14 w 29"/>
                <a:gd name="T13" fmla="*/ 0 h 41"/>
                <a:gd name="T14" fmla="*/ 1 w 29"/>
                <a:gd name="T15" fmla="*/ 11 h 41"/>
                <a:gd name="T16" fmla="*/ 13 w 29"/>
                <a:gd name="T17" fmla="*/ 23 h 41"/>
                <a:gd name="T18" fmla="*/ 22 w 29"/>
                <a:gd name="T19" fmla="*/ 29 h 41"/>
                <a:gd name="T20" fmla="*/ 15 w 29"/>
                <a:gd name="T21" fmla="*/ 34 h 41"/>
                <a:gd name="T22" fmla="*/ 3 w 29"/>
                <a:gd name="T23" fmla="*/ 30 h 41"/>
                <a:gd name="T24" fmla="*/ 0 w 29"/>
                <a:gd name="T25" fmla="*/ 36 h 41"/>
                <a:gd name="T26" fmla="*/ 15 w 29"/>
                <a:gd name="T27" fmla="*/ 41 h 41"/>
                <a:gd name="T28" fmla="*/ 29 w 29"/>
                <a:gd name="T29" fmla="*/ 2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41">
                  <a:moveTo>
                    <a:pt x="29" y="29"/>
                  </a:moveTo>
                  <a:cubicBezTo>
                    <a:pt x="29" y="22"/>
                    <a:pt x="25" y="19"/>
                    <a:pt x="16" y="16"/>
                  </a:cubicBezTo>
                  <a:cubicBezTo>
                    <a:pt x="10" y="14"/>
                    <a:pt x="9" y="12"/>
                    <a:pt x="9" y="10"/>
                  </a:cubicBezTo>
                  <a:cubicBezTo>
                    <a:pt x="9" y="8"/>
                    <a:pt x="10" y="7"/>
                    <a:pt x="14" y="7"/>
                  </a:cubicBezTo>
                  <a:cubicBezTo>
                    <a:pt x="18" y="7"/>
                    <a:pt x="21" y="8"/>
                    <a:pt x="24" y="10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4" y="2"/>
                    <a:pt x="19" y="0"/>
                    <a:pt x="14" y="0"/>
                  </a:cubicBezTo>
                  <a:cubicBezTo>
                    <a:pt x="7" y="0"/>
                    <a:pt x="1" y="4"/>
                    <a:pt x="1" y="11"/>
                  </a:cubicBezTo>
                  <a:cubicBezTo>
                    <a:pt x="1" y="17"/>
                    <a:pt x="4" y="20"/>
                    <a:pt x="13" y="23"/>
                  </a:cubicBezTo>
                  <a:cubicBezTo>
                    <a:pt x="18" y="25"/>
                    <a:pt x="22" y="26"/>
                    <a:pt x="22" y="29"/>
                  </a:cubicBezTo>
                  <a:cubicBezTo>
                    <a:pt x="22" y="32"/>
                    <a:pt x="19" y="34"/>
                    <a:pt x="15" y="34"/>
                  </a:cubicBezTo>
                  <a:cubicBezTo>
                    <a:pt x="11" y="34"/>
                    <a:pt x="7" y="32"/>
                    <a:pt x="3" y="3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9"/>
                    <a:pt x="9" y="41"/>
                    <a:pt x="15" y="41"/>
                  </a:cubicBezTo>
                  <a:cubicBezTo>
                    <a:pt x="22" y="41"/>
                    <a:pt x="29" y="38"/>
                    <a:pt x="29" y="29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4" name="Freeform 298"/>
            <p:cNvSpPr>
              <a:spLocks noEditPoints="1"/>
            </p:cNvSpPr>
            <p:nvPr/>
          </p:nvSpPr>
          <p:spPr bwMode="auto">
            <a:xfrm>
              <a:off x="2910" y="419"/>
              <a:ext cx="80" cy="98"/>
            </a:xfrm>
            <a:custGeom>
              <a:avLst/>
              <a:gdLst>
                <a:gd name="T0" fmla="*/ 34 w 34"/>
                <a:gd name="T1" fmla="*/ 19 h 41"/>
                <a:gd name="T2" fmla="*/ 18 w 34"/>
                <a:gd name="T3" fmla="*/ 0 h 41"/>
                <a:gd name="T4" fmla="*/ 0 w 34"/>
                <a:gd name="T5" fmla="*/ 20 h 41"/>
                <a:gd name="T6" fmla="*/ 17 w 34"/>
                <a:gd name="T7" fmla="*/ 41 h 41"/>
                <a:gd name="T8" fmla="*/ 31 w 34"/>
                <a:gd name="T9" fmla="*/ 35 h 41"/>
                <a:gd name="T10" fmla="*/ 26 w 34"/>
                <a:gd name="T11" fmla="*/ 31 h 41"/>
                <a:gd name="T12" fmla="*/ 18 w 34"/>
                <a:gd name="T13" fmla="*/ 34 h 41"/>
                <a:gd name="T14" fmla="*/ 8 w 34"/>
                <a:gd name="T15" fmla="*/ 23 h 41"/>
                <a:gd name="T16" fmla="*/ 34 w 34"/>
                <a:gd name="T17" fmla="*/ 23 h 41"/>
                <a:gd name="T18" fmla="*/ 34 w 34"/>
                <a:gd name="T19" fmla="*/ 19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19"/>
                  </a:moveTo>
                  <a:cubicBezTo>
                    <a:pt x="34" y="9"/>
                    <a:pt x="29" y="0"/>
                    <a:pt x="18" y="0"/>
                  </a:cubicBezTo>
                  <a:cubicBezTo>
                    <a:pt x="8" y="0"/>
                    <a:pt x="0" y="7"/>
                    <a:pt x="0" y="20"/>
                  </a:cubicBezTo>
                  <a:cubicBezTo>
                    <a:pt x="0" y="33"/>
                    <a:pt x="8" y="41"/>
                    <a:pt x="17" y="41"/>
                  </a:cubicBezTo>
                  <a:cubicBezTo>
                    <a:pt x="23" y="41"/>
                    <a:pt x="27" y="39"/>
                    <a:pt x="31" y="35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4" y="32"/>
                    <a:pt x="21" y="34"/>
                    <a:pt x="18" y="34"/>
                  </a:cubicBezTo>
                  <a:cubicBezTo>
                    <a:pt x="13" y="34"/>
                    <a:pt x="9" y="30"/>
                    <a:pt x="8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4" y="22"/>
                    <a:pt x="34" y="21"/>
                    <a:pt x="34" y="19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9" y="10"/>
                    <a:pt x="12" y="7"/>
                    <a:pt x="17" y="7"/>
                  </a:cubicBezTo>
                  <a:cubicBezTo>
                    <a:pt x="23" y="7"/>
                    <a:pt x="26" y="11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5" name="Freeform 299"/>
            <p:cNvSpPr>
              <a:spLocks/>
            </p:cNvSpPr>
            <p:nvPr/>
          </p:nvSpPr>
          <p:spPr bwMode="auto">
            <a:xfrm>
              <a:off x="3014" y="419"/>
              <a:ext cx="73" cy="95"/>
            </a:xfrm>
            <a:custGeom>
              <a:avLst/>
              <a:gdLst>
                <a:gd name="T0" fmla="*/ 31 w 31"/>
                <a:gd name="T1" fmla="*/ 40 h 40"/>
                <a:gd name="T2" fmla="*/ 31 w 31"/>
                <a:gd name="T3" fmla="*/ 17 h 40"/>
                <a:gd name="T4" fmla="*/ 17 w 31"/>
                <a:gd name="T5" fmla="*/ 0 h 40"/>
                <a:gd name="T6" fmla="*/ 7 w 31"/>
                <a:gd name="T7" fmla="*/ 4 h 40"/>
                <a:gd name="T8" fmla="*/ 7 w 31"/>
                <a:gd name="T9" fmla="*/ 1 h 40"/>
                <a:gd name="T10" fmla="*/ 0 w 31"/>
                <a:gd name="T11" fmla="*/ 1 h 40"/>
                <a:gd name="T12" fmla="*/ 0 w 31"/>
                <a:gd name="T13" fmla="*/ 40 h 40"/>
                <a:gd name="T14" fmla="*/ 7 w 31"/>
                <a:gd name="T15" fmla="*/ 40 h 40"/>
                <a:gd name="T16" fmla="*/ 7 w 31"/>
                <a:gd name="T17" fmla="*/ 17 h 40"/>
                <a:gd name="T18" fmla="*/ 15 w 31"/>
                <a:gd name="T19" fmla="*/ 7 h 40"/>
                <a:gd name="T20" fmla="*/ 23 w 31"/>
                <a:gd name="T21" fmla="*/ 18 h 40"/>
                <a:gd name="T22" fmla="*/ 23 w 31"/>
                <a:gd name="T23" fmla="*/ 40 h 40"/>
                <a:gd name="T24" fmla="*/ 31 w 31"/>
                <a:gd name="T2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40">
                  <a:moveTo>
                    <a:pt x="31" y="40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6"/>
                    <a:pt x="26" y="0"/>
                    <a:pt x="17" y="0"/>
                  </a:cubicBezTo>
                  <a:cubicBezTo>
                    <a:pt x="13" y="0"/>
                    <a:pt x="9" y="2"/>
                    <a:pt x="7" y="4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1"/>
                    <a:pt x="10" y="7"/>
                    <a:pt x="15" y="7"/>
                  </a:cubicBezTo>
                  <a:cubicBezTo>
                    <a:pt x="20" y="7"/>
                    <a:pt x="23" y="10"/>
                    <a:pt x="23" y="18"/>
                  </a:cubicBezTo>
                  <a:cubicBezTo>
                    <a:pt x="23" y="40"/>
                    <a:pt x="23" y="40"/>
                    <a:pt x="23" y="40"/>
                  </a:cubicBezTo>
                  <a:lnTo>
                    <a:pt x="31" y="4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6" name="Freeform 300"/>
            <p:cNvSpPr>
              <a:spLocks noEditPoints="1"/>
            </p:cNvSpPr>
            <p:nvPr/>
          </p:nvSpPr>
          <p:spPr bwMode="auto">
            <a:xfrm>
              <a:off x="3109" y="386"/>
              <a:ext cx="75" cy="131"/>
            </a:xfrm>
            <a:custGeom>
              <a:avLst/>
              <a:gdLst>
                <a:gd name="T0" fmla="*/ 29 w 32"/>
                <a:gd name="T1" fmla="*/ 5 h 55"/>
                <a:gd name="T2" fmla="*/ 24 w 32"/>
                <a:gd name="T3" fmla="*/ 0 h 55"/>
                <a:gd name="T4" fmla="*/ 19 w 32"/>
                <a:gd name="T5" fmla="*/ 5 h 55"/>
                <a:gd name="T6" fmla="*/ 24 w 32"/>
                <a:gd name="T7" fmla="*/ 10 h 55"/>
                <a:gd name="T8" fmla="*/ 29 w 32"/>
                <a:gd name="T9" fmla="*/ 5 h 55"/>
                <a:gd name="T10" fmla="*/ 15 w 32"/>
                <a:gd name="T11" fmla="*/ 5 h 55"/>
                <a:gd name="T12" fmla="*/ 10 w 32"/>
                <a:gd name="T13" fmla="*/ 0 h 55"/>
                <a:gd name="T14" fmla="*/ 5 w 32"/>
                <a:gd name="T15" fmla="*/ 5 h 55"/>
                <a:gd name="T16" fmla="*/ 10 w 32"/>
                <a:gd name="T17" fmla="*/ 10 h 55"/>
                <a:gd name="T18" fmla="*/ 15 w 32"/>
                <a:gd name="T19" fmla="*/ 5 h 55"/>
                <a:gd name="T20" fmla="*/ 32 w 32"/>
                <a:gd name="T21" fmla="*/ 54 h 55"/>
                <a:gd name="T22" fmla="*/ 32 w 32"/>
                <a:gd name="T23" fmla="*/ 27 h 55"/>
                <a:gd name="T24" fmla="*/ 17 w 32"/>
                <a:gd name="T25" fmla="*/ 14 h 55"/>
                <a:gd name="T26" fmla="*/ 4 w 32"/>
                <a:gd name="T27" fmla="*/ 17 h 55"/>
                <a:gd name="T28" fmla="*/ 7 w 32"/>
                <a:gd name="T29" fmla="*/ 23 h 55"/>
                <a:gd name="T30" fmla="*/ 17 w 32"/>
                <a:gd name="T31" fmla="*/ 21 h 55"/>
                <a:gd name="T32" fmla="*/ 25 w 32"/>
                <a:gd name="T33" fmla="*/ 27 h 55"/>
                <a:gd name="T34" fmla="*/ 25 w 32"/>
                <a:gd name="T35" fmla="*/ 30 h 55"/>
                <a:gd name="T36" fmla="*/ 16 w 32"/>
                <a:gd name="T37" fmla="*/ 29 h 55"/>
                <a:gd name="T38" fmla="*/ 0 w 32"/>
                <a:gd name="T39" fmla="*/ 41 h 55"/>
                <a:gd name="T40" fmla="*/ 14 w 32"/>
                <a:gd name="T41" fmla="*/ 55 h 55"/>
                <a:gd name="T42" fmla="*/ 25 w 32"/>
                <a:gd name="T43" fmla="*/ 50 h 55"/>
                <a:gd name="T44" fmla="*/ 25 w 32"/>
                <a:gd name="T45" fmla="*/ 54 h 55"/>
                <a:gd name="T46" fmla="*/ 32 w 32"/>
                <a:gd name="T47" fmla="*/ 54 h 55"/>
                <a:gd name="T48" fmla="*/ 25 w 32"/>
                <a:gd name="T49" fmla="*/ 43 h 55"/>
                <a:gd name="T50" fmla="*/ 15 w 32"/>
                <a:gd name="T51" fmla="*/ 48 h 55"/>
                <a:gd name="T52" fmla="*/ 8 w 32"/>
                <a:gd name="T53" fmla="*/ 41 h 55"/>
                <a:gd name="T54" fmla="*/ 16 w 32"/>
                <a:gd name="T55" fmla="*/ 35 h 55"/>
                <a:gd name="T56" fmla="*/ 25 w 32"/>
                <a:gd name="T57" fmla="*/ 37 h 55"/>
                <a:gd name="T58" fmla="*/ 25 w 32"/>
                <a:gd name="T59" fmla="*/ 4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55">
                  <a:moveTo>
                    <a:pt x="29" y="5"/>
                  </a:moveTo>
                  <a:cubicBezTo>
                    <a:pt x="29" y="2"/>
                    <a:pt x="27" y="0"/>
                    <a:pt x="24" y="0"/>
                  </a:cubicBezTo>
                  <a:cubicBezTo>
                    <a:pt x="22" y="0"/>
                    <a:pt x="19" y="2"/>
                    <a:pt x="19" y="5"/>
                  </a:cubicBezTo>
                  <a:cubicBezTo>
                    <a:pt x="19" y="8"/>
                    <a:pt x="22" y="10"/>
                    <a:pt x="24" y="10"/>
                  </a:cubicBezTo>
                  <a:cubicBezTo>
                    <a:pt x="27" y="10"/>
                    <a:pt x="29" y="8"/>
                    <a:pt x="29" y="5"/>
                  </a:cubicBezTo>
                  <a:close/>
                  <a:moveTo>
                    <a:pt x="15" y="5"/>
                  </a:moveTo>
                  <a:cubicBezTo>
                    <a:pt x="15" y="2"/>
                    <a:pt x="13" y="0"/>
                    <a:pt x="10" y="0"/>
                  </a:cubicBezTo>
                  <a:cubicBezTo>
                    <a:pt x="7" y="0"/>
                    <a:pt x="5" y="2"/>
                    <a:pt x="5" y="5"/>
                  </a:cubicBezTo>
                  <a:cubicBezTo>
                    <a:pt x="5" y="8"/>
                    <a:pt x="7" y="10"/>
                    <a:pt x="10" y="10"/>
                  </a:cubicBezTo>
                  <a:cubicBezTo>
                    <a:pt x="13" y="10"/>
                    <a:pt x="15" y="8"/>
                    <a:pt x="15" y="5"/>
                  </a:cubicBezTo>
                  <a:close/>
                  <a:moveTo>
                    <a:pt x="32" y="54"/>
                  </a:moveTo>
                  <a:cubicBezTo>
                    <a:pt x="32" y="27"/>
                    <a:pt x="32" y="27"/>
                    <a:pt x="32" y="27"/>
                  </a:cubicBezTo>
                  <a:cubicBezTo>
                    <a:pt x="32" y="18"/>
                    <a:pt x="26" y="14"/>
                    <a:pt x="17" y="14"/>
                  </a:cubicBezTo>
                  <a:cubicBezTo>
                    <a:pt x="12" y="14"/>
                    <a:pt x="8" y="15"/>
                    <a:pt x="4" y="17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10" y="21"/>
                    <a:pt x="13" y="21"/>
                    <a:pt x="17" y="21"/>
                  </a:cubicBezTo>
                  <a:cubicBezTo>
                    <a:pt x="22" y="21"/>
                    <a:pt x="25" y="23"/>
                    <a:pt x="25" y="27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2" y="29"/>
                    <a:pt x="19" y="29"/>
                    <a:pt x="16" y="29"/>
                  </a:cubicBezTo>
                  <a:cubicBezTo>
                    <a:pt x="7" y="29"/>
                    <a:pt x="0" y="33"/>
                    <a:pt x="0" y="41"/>
                  </a:cubicBezTo>
                  <a:cubicBezTo>
                    <a:pt x="0" y="51"/>
                    <a:pt x="7" y="55"/>
                    <a:pt x="14" y="55"/>
                  </a:cubicBezTo>
                  <a:cubicBezTo>
                    <a:pt x="18" y="55"/>
                    <a:pt x="22" y="53"/>
                    <a:pt x="25" y="50"/>
                  </a:cubicBezTo>
                  <a:cubicBezTo>
                    <a:pt x="25" y="54"/>
                    <a:pt x="25" y="54"/>
                    <a:pt x="25" y="54"/>
                  </a:cubicBezTo>
                  <a:lnTo>
                    <a:pt x="32" y="54"/>
                  </a:lnTo>
                  <a:close/>
                  <a:moveTo>
                    <a:pt x="25" y="43"/>
                  </a:moveTo>
                  <a:cubicBezTo>
                    <a:pt x="23" y="45"/>
                    <a:pt x="19" y="48"/>
                    <a:pt x="15" y="48"/>
                  </a:cubicBezTo>
                  <a:cubicBezTo>
                    <a:pt x="10" y="48"/>
                    <a:pt x="8" y="45"/>
                    <a:pt x="8" y="41"/>
                  </a:cubicBezTo>
                  <a:cubicBezTo>
                    <a:pt x="8" y="38"/>
                    <a:pt x="11" y="35"/>
                    <a:pt x="16" y="35"/>
                  </a:cubicBezTo>
                  <a:cubicBezTo>
                    <a:pt x="20" y="35"/>
                    <a:pt x="22" y="36"/>
                    <a:pt x="25" y="37"/>
                  </a:cubicBezTo>
                  <a:lnTo>
                    <a:pt x="25" y="43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7" name="Freeform 301"/>
            <p:cNvSpPr>
              <a:spLocks/>
            </p:cNvSpPr>
            <p:nvPr/>
          </p:nvSpPr>
          <p:spPr bwMode="auto">
            <a:xfrm>
              <a:off x="3210" y="419"/>
              <a:ext cx="55" cy="95"/>
            </a:xfrm>
            <a:custGeom>
              <a:avLst/>
              <a:gdLst>
                <a:gd name="T0" fmla="*/ 23 w 23"/>
                <a:gd name="T1" fmla="*/ 1 h 40"/>
                <a:gd name="T2" fmla="*/ 17 w 23"/>
                <a:gd name="T3" fmla="*/ 0 h 40"/>
                <a:gd name="T4" fmla="*/ 8 w 23"/>
                <a:gd name="T5" fmla="*/ 4 h 40"/>
                <a:gd name="T6" fmla="*/ 8 w 23"/>
                <a:gd name="T7" fmla="*/ 1 h 40"/>
                <a:gd name="T8" fmla="*/ 0 w 23"/>
                <a:gd name="T9" fmla="*/ 1 h 40"/>
                <a:gd name="T10" fmla="*/ 0 w 23"/>
                <a:gd name="T11" fmla="*/ 40 h 40"/>
                <a:gd name="T12" fmla="*/ 8 w 23"/>
                <a:gd name="T13" fmla="*/ 40 h 40"/>
                <a:gd name="T14" fmla="*/ 8 w 23"/>
                <a:gd name="T15" fmla="*/ 17 h 40"/>
                <a:gd name="T16" fmla="*/ 15 w 23"/>
                <a:gd name="T17" fmla="*/ 7 h 40"/>
                <a:gd name="T18" fmla="*/ 21 w 23"/>
                <a:gd name="T19" fmla="*/ 9 h 40"/>
                <a:gd name="T20" fmla="*/ 23 w 23"/>
                <a:gd name="T21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40">
                  <a:moveTo>
                    <a:pt x="23" y="1"/>
                  </a:moveTo>
                  <a:cubicBezTo>
                    <a:pt x="22" y="0"/>
                    <a:pt x="20" y="0"/>
                    <a:pt x="17" y="0"/>
                  </a:cubicBezTo>
                  <a:cubicBezTo>
                    <a:pt x="13" y="0"/>
                    <a:pt x="10" y="2"/>
                    <a:pt x="8" y="4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1"/>
                    <a:pt x="11" y="7"/>
                    <a:pt x="15" y="7"/>
                  </a:cubicBezTo>
                  <a:cubicBezTo>
                    <a:pt x="18" y="7"/>
                    <a:pt x="20" y="8"/>
                    <a:pt x="21" y="9"/>
                  </a:cubicBezTo>
                  <a:lnTo>
                    <a:pt x="23" y="1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8" name="Freeform 302"/>
            <p:cNvSpPr>
              <a:spLocks/>
            </p:cNvSpPr>
            <p:nvPr/>
          </p:nvSpPr>
          <p:spPr bwMode="auto">
            <a:xfrm>
              <a:off x="3279" y="421"/>
              <a:ext cx="71" cy="93"/>
            </a:xfrm>
            <a:custGeom>
              <a:avLst/>
              <a:gdLst>
                <a:gd name="T0" fmla="*/ 30 w 30"/>
                <a:gd name="T1" fmla="*/ 39 h 39"/>
                <a:gd name="T2" fmla="*/ 30 w 30"/>
                <a:gd name="T3" fmla="*/ 32 h 39"/>
                <a:gd name="T4" fmla="*/ 16 w 30"/>
                <a:gd name="T5" fmla="*/ 32 h 39"/>
                <a:gd name="T6" fmla="*/ 9 w 30"/>
                <a:gd name="T7" fmla="*/ 32 h 39"/>
                <a:gd name="T8" fmla="*/ 13 w 30"/>
                <a:gd name="T9" fmla="*/ 26 h 39"/>
                <a:gd name="T10" fmla="*/ 30 w 30"/>
                <a:gd name="T11" fmla="*/ 6 h 39"/>
                <a:gd name="T12" fmla="*/ 30 w 30"/>
                <a:gd name="T13" fmla="*/ 0 h 39"/>
                <a:gd name="T14" fmla="*/ 1 w 30"/>
                <a:gd name="T15" fmla="*/ 0 h 39"/>
                <a:gd name="T16" fmla="*/ 1 w 30"/>
                <a:gd name="T17" fmla="*/ 6 h 39"/>
                <a:gd name="T18" fmla="*/ 14 w 30"/>
                <a:gd name="T19" fmla="*/ 6 h 39"/>
                <a:gd name="T20" fmla="*/ 21 w 30"/>
                <a:gd name="T21" fmla="*/ 6 h 39"/>
                <a:gd name="T22" fmla="*/ 16 w 30"/>
                <a:gd name="T23" fmla="*/ 12 h 39"/>
                <a:gd name="T24" fmla="*/ 0 w 30"/>
                <a:gd name="T25" fmla="*/ 33 h 39"/>
                <a:gd name="T26" fmla="*/ 0 w 30"/>
                <a:gd name="T27" fmla="*/ 39 h 39"/>
                <a:gd name="T28" fmla="*/ 30 w 30"/>
                <a:gd name="T29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" h="39">
                  <a:moveTo>
                    <a:pt x="30" y="39"/>
                  </a:moveTo>
                  <a:cubicBezTo>
                    <a:pt x="30" y="32"/>
                    <a:pt x="30" y="32"/>
                    <a:pt x="30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4" y="32"/>
                    <a:pt x="10" y="32"/>
                    <a:pt x="9" y="32"/>
                  </a:cubicBezTo>
                  <a:cubicBezTo>
                    <a:pt x="10" y="31"/>
                    <a:pt x="12" y="28"/>
                    <a:pt x="13" y="2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6" y="6"/>
                    <a:pt x="20" y="6"/>
                    <a:pt x="21" y="6"/>
                  </a:cubicBezTo>
                  <a:cubicBezTo>
                    <a:pt x="20" y="8"/>
                    <a:pt x="18" y="10"/>
                    <a:pt x="16" y="12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9"/>
                    <a:pt x="0" y="39"/>
                    <a:pt x="0" y="39"/>
                  </a:cubicBezTo>
                  <a:lnTo>
                    <a:pt x="30" y="39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49" name="Freeform 303"/>
            <p:cNvSpPr>
              <a:spLocks/>
            </p:cNvSpPr>
            <p:nvPr/>
          </p:nvSpPr>
          <p:spPr bwMode="auto">
            <a:xfrm>
              <a:off x="3367" y="383"/>
              <a:ext cx="54" cy="134"/>
            </a:xfrm>
            <a:custGeom>
              <a:avLst/>
              <a:gdLst>
                <a:gd name="T0" fmla="*/ 23 w 23"/>
                <a:gd name="T1" fmla="*/ 47 h 56"/>
                <a:gd name="T2" fmla="*/ 17 w 23"/>
                <a:gd name="T3" fmla="*/ 49 h 56"/>
                <a:gd name="T4" fmla="*/ 13 w 23"/>
                <a:gd name="T5" fmla="*/ 44 h 56"/>
                <a:gd name="T6" fmla="*/ 13 w 23"/>
                <a:gd name="T7" fmla="*/ 23 h 56"/>
                <a:gd name="T8" fmla="*/ 23 w 23"/>
                <a:gd name="T9" fmla="*/ 23 h 56"/>
                <a:gd name="T10" fmla="*/ 23 w 23"/>
                <a:gd name="T11" fmla="*/ 16 h 56"/>
                <a:gd name="T12" fmla="*/ 13 w 23"/>
                <a:gd name="T13" fmla="*/ 16 h 56"/>
                <a:gd name="T14" fmla="*/ 13 w 23"/>
                <a:gd name="T15" fmla="*/ 0 h 56"/>
                <a:gd name="T16" fmla="*/ 6 w 23"/>
                <a:gd name="T17" fmla="*/ 4 h 56"/>
                <a:gd name="T18" fmla="*/ 6 w 23"/>
                <a:gd name="T19" fmla="*/ 16 h 56"/>
                <a:gd name="T20" fmla="*/ 0 w 23"/>
                <a:gd name="T21" fmla="*/ 16 h 56"/>
                <a:gd name="T22" fmla="*/ 0 w 23"/>
                <a:gd name="T23" fmla="*/ 23 h 56"/>
                <a:gd name="T24" fmla="*/ 6 w 23"/>
                <a:gd name="T25" fmla="*/ 23 h 56"/>
                <a:gd name="T26" fmla="*/ 6 w 23"/>
                <a:gd name="T27" fmla="*/ 45 h 56"/>
                <a:gd name="T28" fmla="*/ 14 w 23"/>
                <a:gd name="T29" fmla="*/ 56 h 56"/>
                <a:gd name="T30" fmla="*/ 22 w 23"/>
                <a:gd name="T31" fmla="*/ 54 h 56"/>
                <a:gd name="T32" fmla="*/ 23 w 23"/>
                <a:gd name="T33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56">
                  <a:moveTo>
                    <a:pt x="23" y="47"/>
                  </a:moveTo>
                  <a:cubicBezTo>
                    <a:pt x="21" y="48"/>
                    <a:pt x="19" y="49"/>
                    <a:pt x="17" y="49"/>
                  </a:cubicBezTo>
                  <a:cubicBezTo>
                    <a:pt x="14" y="49"/>
                    <a:pt x="13" y="48"/>
                    <a:pt x="13" y="44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52"/>
                    <a:pt x="9" y="56"/>
                    <a:pt x="14" y="56"/>
                  </a:cubicBezTo>
                  <a:cubicBezTo>
                    <a:pt x="17" y="56"/>
                    <a:pt x="20" y="55"/>
                    <a:pt x="22" y="54"/>
                  </a:cubicBezTo>
                  <a:lnTo>
                    <a:pt x="23" y="47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0" name="Freeform 304"/>
            <p:cNvSpPr>
              <a:spLocks/>
            </p:cNvSpPr>
            <p:nvPr/>
          </p:nvSpPr>
          <p:spPr bwMode="auto">
            <a:xfrm>
              <a:off x="3447" y="383"/>
              <a:ext cx="17" cy="131"/>
            </a:xfrm>
            <a:custGeom>
              <a:avLst/>
              <a:gdLst>
                <a:gd name="T0" fmla="*/ 17 w 17"/>
                <a:gd name="T1" fmla="*/ 131 h 131"/>
                <a:gd name="T2" fmla="*/ 17 w 17"/>
                <a:gd name="T3" fmla="*/ 0 h 131"/>
                <a:gd name="T4" fmla="*/ 0 w 17"/>
                <a:gd name="T5" fmla="*/ 10 h 131"/>
                <a:gd name="T6" fmla="*/ 0 w 17"/>
                <a:gd name="T7" fmla="*/ 131 h 131"/>
                <a:gd name="T8" fmla="*/ 17 w 17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31">
                  <a:moveTo>
                    <a:pt x="17" y="131"/>
                  </a:moveTo>
                  <a:lnTo>
                    <a:pt x="17" y="0"/>
                  </a:lnTo>
                  <a:lnTo>
                    <a:pt x="0" y="10"/>
                  </a:lnTo>
                  <a:lnTo>
                    <a:pt x="0" y="131"/>
                  </a:lnTo>
                  <a:lnTo>
                    <a:pt x="17" y="131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1" name="Freeform 305"/>
            <p:cNvSpPr>
              <a:spLocks noEditPoints="1"/>
            </p:cNvSpPr>
            <p:nvPr/>
          </p:nvSpPr>
          <p:spPr bwMode="auto">
            <a:xfrm>
              <a:off x="3490" y="386"/>
              <a:ext cx="23" cy="128"/>
            </a:xfrm>
            <a:custGeom>
              <a:avLst/>
              <a:gdLst>
                <a:gd name="T0" fmla="*/ 10 w 10"/>
                <a:gd name="T1" fmla="*/ 5 h 54"/>
                <a:gd name="T2" fmla="*/ 5 w 10"/>
                <a:gd name="T3" fmla="*/ 0 h 54"/>
                <a:gd name="T4" fmla="*/ 0 w 10"/>
                <a:gd name="T5" fmla="*/ 5 h 54"/>
                <a:gd name="T6" fmla="*/ 5 w 10"/>
                <a:gd name="T7" fmla="*/ 10 h 54"/>
                <a:gd name="T8" fmla="*/ 10 w 10"/>
                <a:gd name="T9" fmla="*/ 5 h 54"/>
                <a:gd name="T10" fmla="*/ 9 w 10"/>
                <a:gd name="T11" fmla="*/ 54 h 54"/>
                <a:gd name="T12" fmla="*/ 9 w 10"/>
                <a:gd name="T13" fmla="*/ 15 h 54"/>
                <a:gd name="T14" fmla="*/ 1 w 10"/>
                <a:gd name="T15" fmla="*/ 15 h 54"/>
                <a:gd name="T16" fmla="*/ 1 w 10"/>
                <a:gd name="T17" fmla="*/ 54 h 54"/>
                <a:gd name="T18" fmla="*/ 9 w 10"/>
                <a:gd name="T1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4">
                  <a:moveTo>
                    <a:pt x="10" y="5"/>
                  </a:moveTo>
                  <a:cubicBezTo>
                    <a:pt x="10" y="2"/>
                    <a:pt x="8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10"/>
                    <a:pt x="5" y="10"/>
                  </a:cubicBezTo>
                  <a:cubicBezTo>
                    <a:pt x="8" y="10"/>
                    <a:pt x="10" y="7"/>
                    <a:pt x="10" y="5"/>
                  </a:cubicBezTo>
                  <a:close/>
                  <a:moveTo>
                    <a:pt x="9" y="54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54"/>
                    <a:pt x="1" y="54"/>
                    <a:pt x="1" y="54"/>
                  </a:cubicBezTo>
                  <a:lnTo>
                    <a:pt x="9" y="54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2" name="Freeform 306"/>
            <p:cNvSpPr>
              <a:spLocks/>
            </p:cNvSpPr>
            <p:nvPr/>
          </p:nvSpPr>
          <p:spPr bwMode="auto">
            <a:xfrm>
              <a:off x="3535" y="419"/>
              <a:ext cx="73" cy="98"/>
            </a:xfrm>
            <a:custGeom>
              <a:avLst/>
              <a:gdLst>
                <a:gd name="T0" fmla="*/ 31 w 31"/>
                <a:gd name="T1" fmla="*/ 6 h 41"/>
                <a:gd name="T2" fmla="*/ 17 w 31"/>
                <a:gd name="T3" fmla="*/ 0 h 41"/>
                <a:gd name="T4" fmla="*/ 0 w 31"/>
                <a:gd name="T5" fmla="*/ 20 h 41"/>
                <a:gd name="T6" fmla="*/ 17 w 31"/>
                <a:gd name="T7" fmla="*/ 41 h 41"/>
                <a:gd name="T8" fmla="*/ 31 w 31"/>
                <a:gd name="T9" fmla="*/ 33 h 41"/>
                <a:gd name="T10" fmla="*/ 26 w 31"/>
                <a:gd name="T11" fmla="*/ 28 h 41"/>
                <a:gd name="T12" fmla="*/ 17 w 31"/>
                <a:gd name="T13" fmla="*/ 33 h 41"/>
                <a:gd name="T14" fmla="*/ 8 w 31"/>
                <a:gd name="T15" fmla="*/ 20 h 41"/>
                <a:gd name="T16" fmla="*/ 17 w 31"/>
                <a:gd name="T17" fmla="*/ 7 h 41"/>
                <a:gd name="T18" fmla="*/ 26 w 31"/>
                <a:gd name="T19" fmla="*/ 12 h 41"/>
                <a:gd name="T20" fmla="*/ 31 w 31"/>
                <a:gd name="T21" fmla="*/ 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1" h="41">
                  <a:moveTo>
                    <a:pt x="31" y="6"/>
                  </a:moveTo>
                  <a:cubicBezTo>
                    <a:pt x="27" y="2"/>
                    <a:pt x="23" y="0"/>
                    <a:pt x="17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3"/>
                    <a:pt x="7" y="41"/>
                    <a:pt x="17" y="41"/>
                  </a:cubicBezTo>
                  <a:cubicBezTo>
                    <a:pt x="24" y="41"/>
                    <a:pt x="28" y="37"/>
                    <a:pt x="31" y="33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3" y="32"/>
                    <a:pt x="21" y="33"/>
                    <a:pt x="17" y="33"/>
                  </a:cubicBezTo>
                  <a:cubicBezTo>
                    <a:pt x="11" y="33"/>
                    <a:pt x="8" y="28"/>
                    <a:pt x="8" y="20"/>
                  </a:cubicBezTo>
                  <a:cubicBezTo>
                    <a:pt x="8" y="12"/>
                    <a:pt x="11" y="7"/>
                    <a:pt x="17" y="7"/>
                  </a:cubicBezTo>
                  <a:cubicBezTo>
                    <a:pt x="20" y="7"/>
                    <a:pt x="23" y="9"/>
                    <a:pt x="26" y="12"/>
                  </a:cubicBezTo>
                  <a:lnTo>
                    <a:pt x="31" y="6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3" name="Freeform 307"/>
            <p:cNvSpPr>
              <a:spLocks/>
            </p:cNvSpPr>
            <p:nvPr/>
          </p:nvSpPr>
          <p:spPr bwMode="auto">
            <a:xfrm>
              <a:off x="3632" y="383"/>
              <a:ext cx="73" cy="131"/>
            </a:xfrm>
            <a:custGeom>
              <a:avLst/>
              <a:gdLst>
                <a:gd name="T0" fmla="*/ 31 w 31"/>
                <a:gd name="T1" fmla="*/ 55 h 55"/>
                <a:gd name="T2" fmla="*/ 31 w 31"/>
                <a:gd name="T3" fmla="*/ 32 h 55"/>
                <a:gd name="T4" fmla="*/ 17 w 31"/>
                <a:gd name="T5" fmla="*/ 15 h 55"/>
                <a:gd name="T6" fmla="*/ 7 w 31"/>
                <a:gd name="T7" fmla="*/ 19 h 55"/>
                <a:gd name="T8" fmla="*/ 7 w 31"/>
                <a:gd name="T9" fmla="*/ 0 h 55"/>
                <a:gd name="T10" fmla="*/ 0 w 31"/>
                <a:gd name="T11" fmla="*/ 4 h 55"/>
                <a:gd name="T12" fmla="*/ 0 w 31"/>
                <a:gd name="T13" fmla="*/ 55 h 55"/>
                <a:gd name="T14" fmla="*/ 7 w 31"/>
                <a:gd name="T15" fmla="*/ 55 h 55"/>
                <a:gd name="T16" fmla="*/ 7 w 31"/>
                <a:gd name="T17" fmla="*/ 32 h 55"/>
                <a:gd name="T18" fmla="*/ 15 w 31"/>
                <a:gd name="T19" fmla="*/ 22 h 55"/>
                <a:gd name="T20" fmla="*/ 23 w 31"/>
                <a:gd name="T21" fmla="*/ 33 h 55"/>
                <a:gd name="T22" fmla="*/ 23 w 31"/>
                <a:gd name="T23" fmla="*/ 55 h 55"/>
                <a:gd name="T24" fmla="*/ 31 w 31"/>
                <a:gd name="T25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55">
                  <a:moveTo>
                    <a:pt x="31" y="55"/>
                  </a:moveTo>
                  <a:cubicBezTo>
                    <a:pt x="31" y="32"/>
                    <a:pt x="31" y="32"/>
                    <a:pt x="31" y="32"/>
                  </a:cubicBezTo>
                  <a:cubicBezTo>
                    <a:pt x="31" y="21"/>
                    <a:pt x="26" y="15"/>
                    <a:pt x="17" y="15"/>
                  </a:cubicBezTo>
                  <a:cubicBezTo>
                    <a:pt x="13" y="15"/>
                    <a:pt x="9" y="17"/>
                    <a:pt x="7" y="19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7" y="26"/>
                    <a:pt x="10" y="22"/>
                    <a:pt x="15" y="22"/>
                  </a:cubicBezTo>
                  <a:cubicBezTo>
                    <a:pt x="20" y="22"/>
                    <a:pt x="23" y="25"/>
                    <a:pt x="23" y="33"/>
                  </a:cubicBezTo>
                  <a:cubicBezTo>
                    <a:pt x="23" y="55"/>
                    <a:pt x="23" y="55"/>
                    <a:pt x="23" y="55"/>
                  </a:cubicBezTo>
                  <a:lnTo>
                    <a:pt x="31" y="55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4" name="Freeform 308"/>
            <p:cNvSpPr>
              <a:spLocks noEditPoints="1"/>
            </p:cNvSpPr>
            <p:nvPr/>
          </p:nvSpPr>
          <p:spPr bwMode="auto">
            <a:xfrm>
              <a:off x="3726" y="419"/>
              <a:ext cx="81" cy="98"/>
            </a:xfrm>
            <a:custGeom>
              <a:avLst/>
              <a:gdLst>
                <a:gd name="T0" fmla="*/ 34 w 34"/>
                <a:gd name="T1" fmla="*/ 19 h 41"/>
                <a:gd name="T2" fmla="*/ 17 w 34"/>
                <a:gd name="T3" fmla="*/ 0 h 41"/>
                <a:gd name="T4" fmla="*/ 0 w 34"/>
                <a:gd name="T5" fmla="*/ 20 h 41"/>
                <a:gd name="T6" fmla="*/ 17 w 34"/>
                <a:gd name="T7" fmla="*/ 41 h 41"/>
                <a:gd name="T8" fmla="*/ 31 w 34"/>
                <a:gd name="T9" fmla="*/ 35 h 41"/>
                <a:gd name="T10" fmla="*/ 26 w 34"/>
                <a:gd name="T11" fmla="*/ 31 h 41"/>
                <a:gd name="T12" fmla="*/ 18 w 34"/>
                <a:gd name="T13" fmla="*/ 34 h 41"/>
                <a:gd name="T14" fmla="*/ 8 w 34"/>
                <a:gd name="T15" fmla="*/ 23 h 41"/>
                <a:gd name="T16" fmla="*/ 34 w 34"/>
                <a:gd name="T17" fmla="*/ 23 h 41"/>
                <a:gd name="T18" fmla="*/ 34 w 34"/>
                <a:gd name="T19" fmla="*/ 19 h 41"/>
                <a:gd name="T20" fmla="*/ 26 w 34"/>
                <a:gd name="T21" fmla="*/ 17 h 41"/>
                <a:gd name="T22" fmla="*/ 8 w 34"/>
                <a:gd name="T23" fmla="*/ 17 h 41"/>
                <a:gd name="T24" fmla="*/ 17 w 34"/>
                <a:gd name="T25" fmla="*/ 7 h 41"/>
                <a:gd name="T26" fmla="*/ 26 w 34"/>
                <a:gd name="T27" fmla="*/ 1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1">
                  <a:moveTo>
                    <a:pt x="34" y="19"/>
                  </a:moveTo>
                  <a:cubicBezTo>
                    <a:pt x="34" y="9"/>
                    <a:pt x="28" y="0"/>
                    <a:pt x="17" y="0"/>
                  </a:cubicBezTo>
                  <a:cubicBezTo>
                    <a:pt x="7" y="0"/>
                    <a:pt x="0" y="7"/>
                    <a:pt x="0" y="20"/>
                  </a:cubicBezTo>
                  <a:cubicBezTo>
                    <a:pt x="0" y="33"/>
                    <a:pt x="8" y="41"/>
                    <a:pt x="17" y="41"/>
                  </a:cubicBezTo>
                  <a:cubicBezTo>
                    <a:pt x="23" y="41"/>
                    <a:pt x="27" y="39"/>
                    <a:pt x="31" y="35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3" y="32"/>
                    <a:pt x="21" y="34"/>
                    <a:pt x="18" y="34"/>
                  </a:cubicBezTo>
                  <a:cubicBezTo>
                    <a:pt x="13" y="34"/>
                    <a:pt x="9" y="30"/>
                    <a:pt x="8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4" y="22"/>
                    <a:pt x="34" y="21"/>
                    <a:pt x="34" y="19"/>
                  </a:cubicBezTo>
                  <a:close/>
                  <a:moveTo>
                    <a:pt x="26" y="17"/>
                  </a:moveTo>
                  <a:cubicBezTo>
                    <a:pt x="8" y="17"/>
                    <a:pt x="8" y="17"/>
                    <a:pt x="8" y="17"/>
                  </a:cubicBezTo>
                  <a:cubicBezTo>
                    <a:pt x="9" y="10"/>
                    <a:pt x="12" y="7"/>
                    <a:pt x="17" y="7"/>
                  </a:cubicBezTo>
                  <a:cubicBezTo>
                    <a:pt x="23" y="7"/>
                    <a:pt x="26" y="11"/>
                    <a:pt x="26" y="17"/>
                  </a:cubicBez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5" name="Freeform 309"/>
            <p:cNvSpPr>
              <a:spLocks/>
            </p:cNvSpPr>
            <p:nvPr/>
          </p:nvSpPr>
          <p:spPr bwMode="auto">
            <a:xfrm>
              <a:off x="2025" y="390"/>
              <a:ext cx="385" cy="571"/>
            </a:xfrm>
            <a:custGeom>
              <a:avLst/>
              <a:gdLst>
                <a:gd name="T0" fmla="*/ 149 w 385"/>
                <a:gd name="T1" fmla="*/ 0 h 571"/>
                <a:gd name="T2" fmla="*/ 0 w 385"/>
                <a:gd name="T3" fmla="*/ 0 h 571"/>
                <a:gd name="T4" fmla="*/ 0 w 385"/>
                <a:gd name="T5" fmla="*/ 571 h 571"/>
                <a:gd name="T6" fmla="*/ 385 w 385"/>
                <a:gd name="T7" fmla="*/ 571 h 571"/>
                <a:gd name="T8" fmla="*/ 385 w 385"/>
                <a:gd name="T9" fmla="*/ 437 h 571"/>
                <a:gd name="T10" fmla="*/ 149 w 385"/>
                <a:gd name="T11" fmla="*/ 437 h 571"/>
                <a:gd name="T12" fmla="*/ 149 w 385"/>
                <a:gd name="T13" fmla="*/ 0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5" h="571">
                  <a:moveTo>
                    <a:pt x="149" y="0"/>
                  </a:moveTo>
                  <a:lnTo>
                    <a:pt x="0" y="0"/>
                  </a:lnTo>
                  <a:lnTo>
                    <a:pt x="0" y="571"/>
                  </a:lnTo>
                  <a:lnTo>
                    <a:pt x="385" y="571"/>
                  </a:lnTo>
                  <a:lnTo>
                    <a:pt x="385" y="437"/>
                  </a:lnTo>
                  <a:lnTo>
                    <a:pt x="149" y="4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6" name="Freeform 310"/>
            <p:cNvSpPr>
              <a:spLocks/>
            </p:cNvSpPr>
            <p:nvPr/>
          </p:nvSpPr>
          <p:spPr bwMode="auto">
            <a:xfrm>
              <a:off x="1123" y="390"/>
              <a:ext cx="871" cy="571"/>
            </a:xfrm>
            <a:custGeom>
              <a:avLst/>
              <a:gdLst>
                <a:gd name="T0" fmla="*/ 0 w 871"/>
                <a:gd name="T1" fmla="*/ 351 h 571"/>
                <a:gd name="T2" fmla="*/ 78 w 871"/>
                <a:gd name="T3" fmla="*/ 84 h 571"/>
                <a:gd name="T4" fmla="*/ 177 w 871"/>
                <a:gd name="T5" fmla="*/ 440 h 571"/>
                <a:gd name="T6" fmla="*/ 182 w 871"/>
                <a:gd name="T7" fmla="*/ 440 h 571"/>
                <a:gd name="T8" fmla="*/ 305 w 871"/>
                <a:gd name="T9" fmla="*/ 0 h 571"/>
                <a:gd name="T10" fmla="*/ 310 w 871"/>
                <a:gd name="T11" fmla="*/ 0 h 571"/>
                <a:gd name="T12" fmla="*/ 464 w 871"/>
                <a:gd name="T13" fmla="*/ 0 h 571"/>
                <a:gd name="T14" fmla="*/ 584 w 871"/>
                <a:gd name="T15" fmla="*/ 440 h 571"/>
                <a:gd name="T16" fmla="*/ 589 w 871"/>
                <a:gd name="T17" fmla="*/ 440 h 571"/>
                <a:gd name="T18" fmla="*/ 715 w 871"/>
                <a:gd name="T19" fmla="*/ 0 h 571"/>
                <a:gd name="T20" fmla="*/ 871 w 871"/>
                <a:gd name="T21" fmla="*/ 0 h 571"/>
                <a:gd name="T22" fmla="*/ 705 w 871"/>
                <a:gd name="T23" fmla="*/ 571 h 571"/>
                <a:gd name="T24" fmla="*/ 469 w 871"/>
                <a:gd name="T25" fmla="*/ 571 h 571"/>
                <a:gd name="T26" fmla="*/ 386 w 871"/>
                <a:gd name="T27" fmla="*/ 268 h 571"/>
                <a:gd name="T28" fmla="*/ 298 w 871"/>
                <a:gd name="T29" fmla="*/ 571 h 571"/>
                <a:gd name="T30" fmla="*/ 61 w 871"/>
                <a:gd name="T31" fmla="*/ 571 h 571"/>
                <a:gd name="T32" fmla="*/ 0 w 871"/>
                <a:gd name="T33" fmla="*/ 35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1" h="571">
                  <a:moveTo>
                    <a:pt x="0" y="351"/>
                  </a:moveTo>
                  <a:lnTo>
                    <a:pt x="78" y="84"/>
                  </a:lnTo>
                  <a:lnTo>
                    <a:pt x="177" y="440"/>
                  </a:lnTo>
                  <a:lnTo>
                    <a:pt x="182" y="440"/>
                  </a:lnTo>
                  <a:lnTo>
                    <a:pt x="305" y="0"/>
                  </a:lnTo>
                  <a:lnTo>
                    <a:pt x="310" y="0"/>
                  </a:lnTo>
                  <a:lnTo>
                    <a:pt x="464" y="0"/>
                  </a:lnTo>
                  <a:lnTo>
                    <a:pt x="584" y="440"/>
                  </a:lnTo>
                  <a:lnTo>
                    <a:pt x="589" y="440"/>
                  </a:lnTo>
                  <a:lnTo>
                    <a:pt x="715" y="0"/>
                  </a:lnTo>
                  <a:lnTo>
                    <a:pt x="871" y="0"/>
                  </a:lnTo>
                  <a:lnTo>
                    <a:pt x="705" y="571"/>
                  </a:lnTo>
                  <a:lnTo>
                    <a:pt x="469" y="571"/>
                  </a:lnTo>
                  <a:lnTo>
                    <a:pt x="386" y="268"/>
                  </a:lnTo>
                  <a:lnTo>
                    <a:pt x="298" y="571"/>
                  </a:lnTo>
                  <a:lnTo>
                    <a:pt x="61" y="571"/>
                  </a:lnTo>
                  <a:lnTo>
                    <a:pt x="0" y="351"/>
                  </a:lnTo>
                  <a:close/>
                </a:path>
              </a:pathLst>
            </a:custGeom>
            <a:solidFill>
              <a:srgbClr val="8E96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  <p:sp>
          <p:nvSpPr>
            <p:cNvPr id="57" name="Freeform 311"/>
            <p:cNvSpPr>
              <a:spLocks/>
            </p:cNvSpPr>
            <p:nvPr/>
          </p:nvSpPr>
          <p:spPr bwMode="auto">
            <a:xfrm>
              <a:off x="136" y="390"/>
              <a:ext cx="1041" cy="571"/>
            </a:xfrm>
            <a:custGeom>
              <a:avLst/>
              <a:gdLst>
                <a:gd name="T0" fmla="*/ 876 w 1041"/>
                <a:gd name="T1" fmla="*/ 571 h 571"/>
                <a:gd name="T2" fmla="*/ 641 w 1041"/>
                <a:gd name="T3" fmla="*/ 571 h 571"/>
                <a:gd name="T4" fmla="*/ 492 w 1041"/>
                <a:gd name="T5" fmla="*/ 46 h 571"/>
                <a:gd name="T6" fmla="*/ 327 w 1041"/>
                <a:gd name="T7" fmla="*/ 280 h 571"/>
                <a:gd name="T8" fmla="*/ 542 w 1041"/>
                <a:gd name="T9" fmla="*/ 571 h 571"/>
                <a:gd name="T10" fmla="*/ 355 w 1041"/>
                <a:gd name="T11" fmla="*/ 571 h 571"/>
                <a:gd name="T12" fmla="*/ 196 w 1041"/>
                <a:gd name="T13" fmla="*/ 347 h 571"/>
                <a:gd name="T14" fmla="*/ 151 w 1041"/>
                <a:gd name="T15" fmla="*/ 347 h 571"/>
                <a:gd name="T16" fmla="*/ 151 w 1041"/>
                <a:gd name="T17" fmla="*/ 571 h 571"/>
                <a:gd name="T18" fmla="*/ 0 w 1041"/>
                <a:gd name="T19" fmla="*/ 571 h 571"/>
                <a:gd name="T20" fmla="*/ 0 w 1041"/>
                <a:gd name="T21" fmla="*/ 0 h 571"/>
                <a:gd name="T22" fmla="*/ 151 w 1041"/>
                <a:gd name="T23" fmla="*/ 0 h 571"/>
                <a:gd name="T24" fmla="*/ 151 w 1041"/>
                <a:gd name="T25" fmla="*/ 215 h 571"/>
                <a:gd name="T26" fmla="*/ 196 w 1041"/>
                <a:gd name="T27" fmla="*/ 215 h 571"/>
                <a:gd name="T28" fmla="*/ 343 w 1041"/>
                <a:gd name="T29" fmla="*/ 0 h 571"/>
                <a:gd name="T30" fmla="*/ 480 w 1041"/>
                <a:gd name="T31" fmla="*/ 0 h 571"/>
                <a:gd name="T32" fmla="*/ 525 w 1041"/>
                <a:gd name="T33" fmla="*/ 0 h 571"/>
                <a:gd name="T34" fmla="*/ 634 w 1041"/>
                <a:gd name="T35" fmla="*/ 0 h 571"/>
                <a:gd name="T36" fmla="*/ 755 w 1041"/>
                <a:gd name="T37" fmla="*/ 440 h 571"/>
                <a:gd name="T38" fmla="*/ 760 w 1041"/>
                <a:gd name="T39" fmla="*/ 440 h 571"/>
                <a:gd name="T40" fmla="*/ 885 w 1041"/>
                <a:gd name="T41" fmla="*/ 0 h 571"/>
                <a:gd name="T42" fmla="*/ 1041 w 1041"/>
                <a:gd name="T43" fmla="*/ 0 h 571"/>
                <a:gd name="T44" fmla="*/ 876 w 1041"/>
                <a:gd name="T45" fmla="*/ 571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41" h="571">
                  <a:moveTo>
                    <a:pt x="876" y="571"/>
                  </a:moveTo>
                  <a:lnTo>
                    <a:pt x="641" y="571"/>
                  </a:lnTo>
                  <a:lnTo>
                    <a:pt x="492" y="46"/>
                  </a:lnTo>
                  <a:lnTo>
                    <a:pt x="327" y="280"/>
                  </a:lnTo>
                  <a:lnTo>
                    <a:pt x="542" y="571"/>
                  </a:lnTo>
                  <a:lnTo>
                    <a:pt x="355" y="571"/>
                  </a:lnTo>
                  <a:lnTo>
                    <a:pt x="196" y="347"/>
                  </a:lnTo>
                  <a:lnTo>
                    <a:pt x="151" y="347"/>
                  </a:lnTo>
                  <a:lnTo>
                    <a:pt x="151" y="571"/>
                  </a:lnTo>
                  <a:lnTo>
                    <a:pt x="0" y="571"/>
                  </a:lnTo>
                  <a:lnTo>
                    <a:pt x="0" y="0"/>
                  </a:lnTo>
                  <a:lnTo>
                    <a:pt x="151" y="0"/>
                  </a:lnTo>
                  <a:lnTo>
                    <a:pt x="151" y="215"/>
                  </a:lnTo>
                  <a:lnTo>
                    <a:pt x="196" y="215"/>
                  </a:lnTo>
                  <a:lnTo>
                    <a:pt x="343" y="0"/>
                  </a:lnTo>
                  <a:lnTo>
                    <a:pt x="480" y="0"/>
                  </a:lnTo>
                  <a:lnTo>
                    <a:pt x="525" y="0"/>
                  </a:lnTo>
                  <a:lnTo>
                    <a:pt x="634" y="0"/>
                  </a:lnTo>
                  <a:lnTo>
                    <a:pt x="755" y="440"/>
                  </a:lnTo>
                  <a:lnTo>
                    <a:pt x="760" y="440"/>
                  </a:lnTo>
                  <a:lnTo>
                    <a:pt x="885" y="0"/>
                  </a:lnTo>
                  <a:lnTo>
                    <a:pt x="1041" y="0"/>
                  </a:lnTo>
                  <a:lnTo>
                    <a:pt x="876" y="571"/>
                  </a:lnTo>
                  <a:close/>
                </a:path>
              </a:pathLst>
            </a:custGeom>
            <a:solidFill>
              <a:srgbClr val="55A5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prstClr val="black"/>
                </a:solidFill>
              </a:endParaRPr>
            </a:p>
          </p:txBody>
        </p:sp>
      </p:grpSp>
      <p:sp>
        <p:nvSpPr>
          <p:cNvPr id="9" name="Textfeld 8"/>
          <p:cNvSpPr txBox="1"/>
          <p:nvPr/>
        </p:nvSpPr>
        <p:spPr>
          <a:xfrm>
            <a:off x="5882804" y="4840002"/>
            <a:ext cx="3261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 dirty="0">
                <a:solidFill>
                  <a:prstClr val="white"/>
                </a:solidFill>
                <a:cs typeface="Arial" panose="020B0604020202020204" pitchFamily="34" charset="0"/>
              </a:rPr>
              <a:t> </a:t>
            </a:r>
          </a:p>
          <a:p>
            <a:pPr algn="r"/>
            <a:r>
              <a:rPr lang="de-DE" sz="800" dirty="0">
                <a:solidFill>
                  <a:prstClr val="white"/>
                </a:solidFill>
                <a:cs typeface="Arial" panose="020B0604020202020204" pitchFamily="34" charset="0"/>
              </a:rPr>
              <a:t>Dortmund, 28.06.2019</a:t>
            </a:r>
          </a:p>
        </p:txBody>
      </p:sp>
    </p:spTree>
    <p:extLst>
      <p:ext uri="{BB962C8B-B14F-4D97-AF65-F5344CB8AC3E}">
        <p14:creationId xmlns:p14="http://schemas.microsoft.com/office/powerpoint/2010/main" val="53593087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646362741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5583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44CDC00-ACDE-4AE6-AC9B-4F17FE3D0D2A}"/>
              </a:ext>
            </a:extLst>
          </p:cNvPr>
          <p:cNvSpPr txBox="1"/>
          <p:nvPr/>
        </p:nvSpPr>
        <p:spPr>
          <a:xfrm>
            <a:off x="749220" y="1425602"/>
            <a:ext cx="795688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Hohe Anzahl an Applikationen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Auftreten von Fehlern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 err="1"/>
              <a:t>Logging</a:t>
            </a:r>
            <a:r>
              <a:rPr lang="de-DE" sz="1600" dirty="0"/>
              <a:t> chaotisch und unstrukturiert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Keine klaren Vorgaben</a:t>
            </a:r>
          </a:p>
        </p:txBody>
      </p:sp>
    </p:spTree>
    <p:extLst>
      <p:ext uri="{BB962C8B-B14F-4D97-AF65-F5344CB8AC3E}">
        <p14:creationId xmlns:p14="http://schemas.microsoft.com/office/powerpoint/2010/main" val="61502243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Ziel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D3E3633-764E-43E8-B2DC-04E9D34E59FD}"/>
              </a:ext>
            </a:extLst>
          </p:cNvPr>
          <p:cNvSpPr txBox="1"/>
          <p:nvPr/>
        </p:nvSpPr>
        <p:spPr>
          <a:xfrm>
            <a:off x="749220" y="1425602"/>
            <a:ext cx="795688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Erstellen von </a:t>
            </a:r>
            <a:r>
              <a:rPr lang="de-DE" sz="1600" dirty="0" err="1"/>
              <a:t>Logging</a:t>
            </a:r>
            <a:r>
              <a:rPr lang="de-DE" sz="1600" dirty="0"/>
              <a:t>-Richtlinien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Arbeit der  Entwickler erleichtern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Effizientes Bugtracking ermöglichen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/>
              <a:t>Aufzeigen von Negativ Beispielen</a:t>
            </a:r>
          </a:p>
        </p:txBody>
      </p:sp>
    </p:spTree>
    <p:extLst>
      <p:ext uri="{BB962C8B-B14F-4D97-AF65-F5344CB8AC3E}">
        <p14:creationId xmlns:p14="http://schemas.microsoft.com/office/powerpoint/2010/main" val="381940060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5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2292373040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79563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 Allgemein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749220" y="1425602"/>
            <a:ext cx="79568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Laufzeitinformation werden gespeichert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Reproduktion von Fehlern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Logging als Kommunikation 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Mächtige Programmiermethode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Stark unterschätzt</a:t>
            </a:r>
          </a:p>
        </p:txBody>
      </p:sp>
    </p:spTree>
    <p:extLst>
      <p:ext uri="{BB962C8B-B14F-4D97-AF65-F5344CB8AC3E}">
        <p14:creationId xmlns:p14="http://schemas.microsoft.com/office/powerpoint/2010/main" val="199995768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Probleme beim Loggen zu vieler oder zu weniger Daten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graphicFrame>
        <p:nvGraphicFramePr>
          <p:cNvPr id="20" name="Diagramm 19"/>
          <p:cNvGraphicFramePr/>
          <p:nvPr>
            <p:extLst>
              <p:ext uri="{D42A27DB-BD31-4B8C-83A1-F6EECF244321}">
                <p14:modId xmlns:p14="http://schemas.microsoft.com/office/powerpoint/2010/main" val="1914319260"/>
              </p:ext>
            </p:extLst>
          </p:nvPr>
        </p:nvGraphicFramePr>
        <p:xfrm>
          <a:off x="984172" y="1419622"/>
          <a:ext cx="7260236" cy="3240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322662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Log-Level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949" y="654421"/>
            <a:ext cx="3220066" cy="415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5845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Logging-Frameworks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graphicFrame>
        <p:nvGraphicFramePr>
          <p:cNvPr id="20" name="Diagramm 19"/>
          <p:cNvGraphicFramePr/>
          <p:nvPr>
            <p:extLst>
              <p:ext uri="{D42A27DB-BD31-4B8C-83A1-F6EECF244321}">
                <p14:modId xmlns:p14="http://schemas.microsoft.com/office/powerpoint/2010/main" val="819035868"/>
              </p:ext>
            </p:extLst>
          </p:nvPr>
        </p:nvGraphicFramePr>
        <p:xfrm>
          <a:off x="827584" y="1475140"/>
          <a:ext cx="7044212" cy="3009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530580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10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4224435330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379170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Aktueller Stand im CFT Portale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749220" y="1425602"/>
            <a:ext cx="79568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Entwicklung neuer Anwendungen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Weiterentwicklung bestehender Software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Unterstützung durch externe Entwickler 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Starker Wandel 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Code Qualität steigt</a:t>
            </a:r>
          </a:p>
        </p:txBody>
      </p:sp>
    </p:spTree>
    <p:extLst>
      <p:ext uri="{BB962C8B-B14F-4D97-AF65-F5344CB8AC3E}">
        <p14:creationId xmlns:p14="http://schemas.microsoft.com/office/powerpoint/2010/main" val="224441623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Technologie-Stack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graphicFrame>
        <p:nvGraphicFramePr>
          <p:cNvPr id="12" name="Diagramm 11"/>
          <p:cNvGraphicFramePr/>
          <p:nvPr>
            <p:extLst>
              <p:ext uri="{D42A27DB-BD31-4B8C-83A1-F6EECF244321}">
                <p14:modId xmlns:p14="http://schemas.microsoft.com/office/powerpoint/2010/main" val="2691345824"/>
              </p:ext>
            </p:extLst>
          </p:nvPr>
        </p:nvGraphicFramePr>
        <p:xfrm>
          <a:off x="494632" y="1284366"/>
          <a:ext cx="6624736" cy="3231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597824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Software-Architektur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graphicFrame>
        <p:nvGraphicFramePr>
          <p:cNvPr id="12" name="Diagramm 11"/>
          <p:cNvGraphicFramePr/>
          <p:nvPr>
            <p:extLst>
              <p:ext uri="{D42A27DB-BD31-4B8C-83A1-F6EECF244321}">
                <p14:modId xmlns:p14="http://schemas.microsoft.com/office/powerpoint/2010/main" val="4052670028"/>
              </p:ext>
            </p:extLst>
          </p:nvPr>
        </p:nvGraphicFramePr>
        <p:xfrm>
          <a:off x="494632" y="1284366"/>
          <a:ext cx="6624736" cy="3231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4775782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14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4255932420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258332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 soll geloggt werden?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graphicFrame>
        <p:nvGraphicFramePr>
          <p:cNvPr id="12" name="Diagramm 11"/>
          <p:cNvGraphicFramePr/>
          <p:nvPr>
            <p:extLst>
              <p:ext uri="{D42A27DB-BD31-4B8C-83A1-F6EECF244321}">
                <p14:modId xmlns:p14="http://schemas.microsoft.com/office/powerpoint/2010/main" val="2636741439"/>
              </p:ext>
            </p:extLst>
          </p:nvPr>
        </p:nvGraphicFramePr>
        <p:xfrm>
          <a:off x="494632" y="1284366"/>
          <a:ext cx="3357288" cy="3231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Grafik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3930" y="1353592"/>
            <a:ext cx="4680520" cy="751096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3928" y="2211710"/>
            <a:ext cx="4720524" cy="1008112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2522" y="3349413"/>
            <a:ext cx="4563335" cy="71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3956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Wie soll geloggt werden?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491630"/>
            <a:ext cx="7400634" cy="594769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399522"/>
            <a:ext cx="7394496" cy="168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4267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Wie soll geloggt werden?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graphicFrame>
        <p:nvGraphicFramePr>
          <p:cNvPr id="19" name="Diagramm 18"/>
          <p:cNvGraphicFramePr/>
          <p:nvPr>
            <p:extLst>
              <p:ext uri="{D42A27DB-BD31-4B8C-83A1-F6EECF244321}">
                <p14:modId xmlns:p14="http://schemas.microsoft.com/office/powerpoint/2010/main" val="1108357631"/>
              </p:ext>
            </p:extLst>
          </p:nvPr>
        </p:nvGraphicFramePr>
        <p:xfrm>
          <a:off x="1115616" y="1462740"/>
          <a:ext cx="6330880" cy="2796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9101213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 sollen die Logs gespeichert werden? 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028097"/>
            <a:ext cx="7721348" cy="127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7352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19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1882862838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805706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Anti-Pattern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749220" y="1425602"/>
            <a:ext cx="32467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Null Objekt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Explizite Typumwandlung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Falsche Log-Level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Doppelter Code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Schlechtes Ausgabeformat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000" y="1779662"/>
            <a:ext cx="4854302" cy="437683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083" y="2551936"/>
            <a:ext cx="4911377" cy="24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4541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smells</a:t>
            </a:r>
            <a:endParaRPr lang="de-DE" sz="1600" dirty="0">
              <a:solidFill>
                <a:srgbClr val="55A51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539552" y="1397187"/>
            <a:ext cx="519093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Uneindeutige Informationen in Catch-Anweisungen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Inkonsequente Informationen im Error-Handling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Falsche Log-Nachricht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Inkonsequentes Log-Level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Doppelter Log in Polymorphismus</a:t>
            </a:r>
          </a:p>
          <a:p>
            <a:pPr marL="285750" indent="-285750">
              <a:spcBef>
                <a:spcPts val="600"/>
              </a:spcBef>
              <a:spcAft>
                <a:spcPts val="1800"/>
              </a:spcAft>
              <a:buClr>
                <a:srgbClr val="55A51C"/>
              </a:buClr>
              <a:buFont typeface="Wingdings" panose="05000000000000000000" pitchFamily="2" charset="2"/>
              <a:buChar char="§"/>
            </a:pPr>
            <a:endParaRPr 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194941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Uneindeutige</a:t>
            </a:r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Informationen in Catch-Anweisungen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563638"/>
            <a:ext cx="6962775" cy="2209800"/>
          </a:xfrm>
          <a:prstGeom prst="rect">
            <a:avLst/>
          </a:prstGeom>
        </p:spPr>
      </p:pic>
      <p:sp>
        <p:nvSpPr>
          <p:cNvPr id="18" name="Rechteck 17"/>
          <p:cNvSpPr/>
          <p:nvPr/>
        </p:nvSpPr>
        <p:spPr>
          <a:xfrm>
            <a:off x="3131840" y="1563638"/>
            <a:ext cx="792088" cy="2939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3311860" y="2560526"/>
            <a:ext cx="612068" cy="227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494857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Inkonsistentes Log-Level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55A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563638"/>
            <a:ext cx="6962775" cy="220980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1323975"/>
            <a:ext cx="6972300" cy="2495550"/>
          </a:xfrm>
          <a:prstGeom prst="rect">
            <a:avLst/>
          </a:prstGeom>
        </p:spPr>
      </p:pic>
      <p:sp>
        <p:nvSpPr>
          <p:cNvPr id="8" name="Rechteck 7"/>
          <p:cNvSpPr/>
          <p:nvPr/>
        </p:nvSpPr>
        <p:spPr>
          <a:xfrm>
            <a:off x="2339752" y="1635646"/>
            <a:ext cx="43204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/>
          <p:cNvSpPr/>
          <p:nvPr/>
        </p:nvSpPr>
        <p:spPr>
          <a:xfrm>
            <a:off x="2339752" y="2829736"/>
            <a:ext cx="50405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8029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24</a:t>
            </a:fld>
            <a:endParaRPr lang="de-DE" dirty="0"/>
          </a:p>
        </p:txBody>
      </p:sp>
      <p:graphicFrame>
        <p:nvGraphicFramePr>
          <p:cNvPr id="10" name="Diagramm 9"/>
          <p:cNvGraphicFramePr/>
          <p:nvPr>
            <p:extLst>
              <p:ext uri="{D42A27DB-BD31-4B8C-83A1-F6EECF244321}">
                <p14:modId xmlns:p14="http://schemas.microsoft.com/office/powerpoint/2010/main" val="3757256231"/>
              </p:ext>
            </p:extLst>
          </p:nvPr>
        </p:nvGraphicFramePr>
        <p:xfrm>
          <a:off x="3419872" y="811717"/>
          <a:ext cx="5400600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Grafik 6" descr="Projekto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82" y="1131590"/>
            <a:ext cx="30956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577956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graphicFrame>
        <p:nvGraphicFramePr>
          <p:cNvPr id="11" name="Diagramm 10"/>
          <p:cNvGraphicFramePr/>
          <p:nvPr>
            <p:extLst>
              <p:ext uri="{D42A27DB-BD31-4B8C-83A1-F6EECF244321}">
                <p14:modId xmlns:p14="http://schemas.microsoft.com/office/powerpoint/2010/main" val="4277605898"/>
              </p:ext>
            </p:extLst>
          </p:nvPr>
        </p:nvGraphicFramePr>
        <p:xfrm>
          <a:off x="867641" y="1100582"/>
          <a:ext cx="7084681" cy="3384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7459668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Kevin Bollich    Erarbeitung von Logging-Richtlinien für das CFT Portale der Kassenärztlichen Vereinigung Westfalen-Lippe - 04.09.2020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46232645-6AAF-4E23-B5F0-807530D98911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07504" y="807554"/>
            <a:ext cx="86049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Ausblick</a:t>
            </a:r>
          </a:p>
        </p:txBody>
      </p:sp>
      <p:sp>
        <p:nvSpPr>
          <p:cNvPr id="7" name="Rechteck 6"/>
          <p:cNvSpPr/>
          <p:nvPr/>
        </p:nvSpPr>
        <p:spPr>
          <a:xfrm>
            <a:off x="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Einführung</a:t>
            </a:r>
          </a:p>
        </p:txBody>
      </p:sp>
      <p:sp>
        <p:nvSpPr>
          <p:cNvPr id="14" name="Rechteck 13"/>
          <p:cNvSpPr/>
          <p:nvPr/>
        </p:nvSpPr>
        <p:spPr>
          <a:xfrm>
            <a:off x="15228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 Allgemein</a:t>
            </a:r>
          </a:p>
        </p:txBody>
      </p:sp>
      <p:sp>
        <p:nvSpPr>
          <p:cNvPr id="15" name="Rechteck 14"/>
          <p:cNvSpPr/>
          <p:nvPr/>
        </p:nvSpPr>
        <p:spPr>
          <a:xfrm>
            <a:off x="30456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Aktuelle Stand</a:t>
            </a:r>
          </a:p>
        </p:txBody>
      </p:sp>
      <p:sp>
        <p:nvSpPr>
          <p:cNvPr id="16" name="Rechteck 15"/>
          <p:cNvSpPr/>
          <p:nvPr/>
        </p:nvSpPr>
        <p:spPr>
          <a:xfrm>
            <a:off x="4568400" y="521828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Richtlinien</a:t>
            </a:r>
          </a:p>
        </p:txBody>
      </p:sp>
      <p:sp>
        <p:nvSpPr>
          <p:cNvPr id="17" name="Rechteck 16"/>
          <p:cNvSpPr/>
          <p:nvPr/>
        </p:nvSpPr>
        <p:spPr>
          <a:xfrm>
            <a:off x="6091200" y="519522"/>
            <a:ext cx="1522800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Herausforderungen</a:t>
            </a:r>
          </a:p>
        </p:txBody>
      </p:sp>
      <p:sp>
        <p:nvSpPr>
          <p:cNvPr id="22" name="Rechteck 21"/>
          <p:cNvSpPr/>
          <p:nvPr/>
        </p:nvSpPr>
        <p:spPr>
          <a:xfrm>
            <a:off x="7608908" y="519522"/>
            <a:ext cx="1535091" cy="144016"/>
          </a:xfrm>
          <a:prstGeom prst="rect">
            <a:avLst/>
          </a:prstGeom>
          <a:solidFill>
            <a:srgbClr val="8E9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latin typeface="Arial" panose="020B0604020202020204" pitchFamily="34" charset="0"/>
                <a:cs typeface="Arial" panose="020B0604020202020204" pitchFamily="34" charset="0"/>
              </a:rPr>
              <a:t>Fazit</a:t>
            </a:r>
          </a:p>
        </p:txBody>
      </p:sp>
      <p:pic>
        <p:nvPicPr>
          <p:cNvPr id="11" name="Grafik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03798"/>
            <a:ext cx="868448" cy="1834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Diagramm 11"/>
          <p:cNvGraphicFramePr/>
          <p:nvPr>
            <p:extLst>
              <p:ext uri="{D42A27DB-BD31-4B8C-83A1-F6EECF244321}">
                <p14:modId xmlns:p14="http://schemas.microsoft.com/office/powerpoint/2010/main" val="3262072496"/>
              </p:ext>
            </p:extLst>
          </p:nvPr>
        </p:nvGraphicFramePr>
        <p:xfrm>
          <a:off x="2124000" y="1069339"/>
          <a:ext cx="6048400" cy="3009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04372854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Bernd Hecker / 1.2.1 Le    Aufgaben und Organisation Ärztlicher/Psychotherapeutischer Körperschaften und Verbände - 28.06.2019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32645-6AAF-4E23-B5F0-807530D98911}" type="slidenum">
              <a:rPr lang="de-DE" smtClean="0"/>
              <a:t>27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7" y="-985"/>
            <a:ext cx="9144793" cy="5145470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3563888" y="2211710"/>
            <a:ext cx="43924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de-DE" altLang="de-DE" sz="3600" dirty="0">
                <a:solidFill>
                  <a:srgbClr val="55A5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Vielen Dank für Ihre Aufmerksamkeit!</a:t>
            </a:r>
          </a:p>
        </p:txBody>
      </p:sp>
      <p:cxnSp>
        <p:nvCxnSpPr>
          <p:cNvPr id="8" name="Gerader Verbinder 7"/>
          <p:cNvCxnSpPr/>
          <p:nvPr/>
        </p:nvCxnSpPr>
        <p:spPr>
          <a:xfrm>
            <a:off x="3563888" y="3507854"/>
            <a:ext cx="4536504" cy="0"/>
          </a:xfrm>
          <a:prstGeom prst="line">
            <a:avLst/>
          </a:prstGeom>
          <a:ln w="19050">
            <a:solidFill>
              <a:srgbClr val="8087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87" y="220740"/>
            <a:ext cx="2320373" cy="38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47108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KVWL Master">
      <a:dk1>
        <a:sysClr val="windowText" lastClr="000000"/>
      </a:dk1>
      <a:lt1>
        <a:sysClr val="window" lastClr="FFFFFF"/>
      </a:lt1>
      <a:dk2>
        <a:srgbClr val="55A51C"/>
      </a:dk2>
      <a:lt2>
        <a:srgbClr val="8E969D"/>
      </a:lt2>
      <a:accent1>
        <a:srgbClr val="55A51C"/>
      </a:accent1>
      <a:accent2>
        <a:srgbClr val="EE7203"/>
      </a:accent2>
      <a:accent3>
        <a:srgbClr val="AE0F0A"/>
      </a:accent3>
      <a:accent4>
        <a:srgbClr val="FFCC00"/>
      </a:accent4>
      <a:accent5>
        <a:srgbClr val="F7A600"/>
      </a:accent5>
      <a:accent6>
        <a:srgbClr val="646464"/>
      </a:accent6>
      <a:hlink>
        <a:srgbClr val="55A51C"/>
      </a:hlink>
      <a:folHlink>
        <a:srgbClr val="55A51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ispielpräsentation KVWL 2019 Juli" id="{3C029A01-DE2A-4198-9C44-65885A4E0F36}" vid="{5E5F5986-4F38-47D6-B226-CB9CA8A0B3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Multimedia-Präsentationen" ma:contentTypeID="0x010100C8A38E25A8BE400989B3B16A961BED0E0D00EE0815C4842CF9448BEFDC7DBAB6E956" ma:contentTypeVersion="4" ma:contentTypeDescription="Dokument für Info-Center Multimedia-Präsentationen" ma:contentTypeScope="" ma:versionID="4bac25bbf1052e7b977810895bded124">
  <xsd:schema xmlns:xsd="http://www.w3.org/2001/XMLSchema" xmlns:xs="http://www.w3.org/2001/XMLSchema" xmlns:p="http://schemas.microsoft.com/office/2006/metadata/properties" xmlns:ns2="0b31d0e6-12a2-4b25-8c3c-abdbcff8a8f8" targetNamespace="http://schemas.microsoft.com/office/2006/metadata/properties" ma:root="true" ma:fieldsID="2eff551a9ad7f773083da433b7d150be" ns2:_="">
    <xsd:import namespace="0b31d0e6-12a2-4b25-8c3c-abdbcff8a8f8"/>
    <xsd:element name="properties">
      <xsd:complexType>
        <xsd:sequence>
          <xsd:element name="documentManagement">
            <xsd:complexType>
              <xsd:all>
                <xsd:element ref="ns2:WLCOM_NewsPublishingDate"/>
                <xsd:element ref="ns2:ce677b4b8d99425298bf1c34fe305cf7" minOccurs="0"/>
                <xsd:element ref="ns2:TaxCatchAll" minOccurs="0"/>
                <xsd:element ref="ns2:TaxCatchAllLabel" minOccurs="0"/>
                <xsd:element ref="ns2:KategorieMMP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31d0e6-12a2-4b25-8c3c-abdbcff8a8f8" elementFormDefault="qualified">
    <xsd:import namespace="http://schemas.microsoft.com/office/2006/documentManagement/types"/>
    <xsd:import namespace="http://schemas.microsoft.com/office/infopath/2007/PartnerControls"/>
    <xsd:element name="WLCOM_NewsPublishingDate" ma:index="8" ma:displayName="Veröffentlichungsdatum" ma:default="[today]" ma:format="DateTime" ma:internalName="WLCOM_NewsPublishingDate" ma:readOnly="false">
      <xsd:simpleType>
        <xsd:restriction base="dms:DateTime"/>
      </xsd:simpleType>
    </xsd:element>
    <xsd:element name="ce677b4b8d99425298bf1c34fe305cf7" ma:index="9" nillable="true" ma:taxonomy="true" ma:internalName="ce677b4b8d99425298bf1c34fe305cf7" ma:taxonomyFieldName="KvwlTaxArchiv" ma:displayName="Archiv" ma:fieldId="{ce677b4b-8d99-4252-98bf-1c34fe305cf7}" ma:sspId="917d9c89-4e6c-4c69-b152-7c5e630ba8a9" ma:termSetId="7be56004-6ec3-47b3-a694-9657fbbaa81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59b27a16-bfa4-4673-8619-44febf56b01f}" ma:internalName="TaxCatchAll" ma:showField="CatchAllData" ma:web="0b31d0e6-12a2-4b25-8c3c-abdbcff8a8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1" nillable="true" ma:displayName="Taxonomy Catch All Column1" ma:hidden="true" ma:list="{59b27a16-bfa4-4673-8619-44febf56b01f}" ma:internalName="TaxCatchAllLabel" ma:readOnly="true" ma:showField="CatchAllDataLabel" ma:web="0b31d0e6-12a2-4b25-8c3c-abdbcff8a8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ategorieMMP" ma:index="13" nillable="true" ma:displayName="KategorieMMP" ma:format="Dropdown" ma:internalName="KategorieMMP">
      <xsd:simpleType>
        <xsd:restriction base="dms:Choice">
          <xsd:enumeration value="Style Guide"/>
          <xsd:enumeration value="Masterpräsentation"/>
          <xsd:enumeration value="Titelfolie"/>
          <xsd:enumeration value="Agenda"/>
          <xsd:enumeration value="Folie"/>
          <xsd:enumeration value="Folienkatalog"/>
          <xsd:enumeration value="Kartenmaterial"/>
          <xsd:enumeration value="Trennfolie"/>
          <xsd:enumeration value="Abschlussfolie"/>
          <xsd:enumeration value="Bilder"/>
          <xsd:enumeration value="Grafiken und Piktogramme"/>
          <xsd:enumeration value="Praxisstart"/>
          <xsd:enumeration value="Beispielpräsentation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e677b4b8d99425298bf1c34fe305cf7 xmlns="0b31d0e6-12a2-4b25-8c3c-abdbcff8a8f8">
      <Terms xmlns="http://schemas.microsoft.com/office/infopath/2007/PartnerControls"/>
    </ce677b4b8d99425298bf1c34fe305cf7>
    <WLCOM_NewsPublishingDate xmlns="0b31d0e6-12a2-4b25-8c3c-abdbcff8a8f8">2017-10-25T06:10:00+00:00</WLCOM_NewsPublishingDate>
    <TaxCatchAll xmlns="0b31d0e6-12a2-4b25-8c3c-abdbcff8a8f8"/>
    <KategorieMMP xmlns="0b31d0e6-12a2-4b25-8c3c-abdbcff8a8f8">Beispielpräsentation</KategorieMMP>
  </documentManagement>
</p:properties>
</file>

<file path=customXml/itemProps1.xml><?xml version="1.0" encoding="utf-8"?>
<ds:datastoreItem xmlns:ds="http://schemas.openxmlformats.org/officeDocument/2006/customXml" ds:itemID="{10310AD7-4114-448D-9D0B-6F617E9BD9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31d0e6-12a2-4b25-8c3c-abdbcff8a8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980D1A-6385-487D-BDE8-7DE792450A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27EDD4-E584-4629-874F-7C5934A5D2A6}">
  <ds:schemaRefs>
    <ds:schemaRef ds:uri="http://purl.org/dc/elements/1.1/"/>
    <ds:schemaRef ds:uri="http://schemas.microsoft.com/office/2006/metadata/properties"/>
    <ds:schemaRef ds:uri="0b31d0e6-12a2-4b25-8c3c-abdbcff8a8f8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Projektarbeit-KevinBollich</Template>
  <TotalTime>0</TotalTime>
  <Words>1827</Words>
  <Application>Microsoft Office PowerPoint</Application>
  <PresentationFormat>Bildschirmpräsentation (16:9)</PresentationFormat>
  <Paragraphs>432</Paragraphs>
  <Slides>27</Slides>
  <Notes>27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KVWL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Bollich, Kevin</dc:creator>
  <cp:lastModifiedBy>Kevin Bollich</cp:lastModifiedBy>
  <cp:revision>106</cp:revision>
  <dcterms:created xsi:type="dcterms:W3CDTF">2020-08-31T05:30:04Z</dcterms:created>
  <dcterms:modified xsi:type="dcterms:W3CDTF">2020-09-02T12:33:27Z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0x010100C8A38E25A8BE400989B3B16A961BED0E0D00EE0815C4842CF9448BEFDC7DBAB6E956</vt:lpwstr>
  </property>
  <property fmtid="{D5CDD505-2E9C-101B-9397-08002B2CF9AE}" pid="3" name="KvwlTaxArchiv">
    <vt:lpwstr/>
  </property>
</Properties>
</file>